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3434"/>
    <a:srgbClr val="CC3399"/>
    <a:srgbClr val="2E75B6"/>
    <a:srgbClr val="1F4E79"/>
    <a:srgbClr val="E50A82"/>
    <a:srgbClr val="E30C80"/>
    <a:srgbClr val="753A88"/>
    <a:srgbClr val="CC2B5E"/>
    <a:srgbClr val="3A77C8"/>
    <a:srgbClr val="FC6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49511-E0FC-3938-A15F-39E485527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BB9F7-15D0-7E8B-C8D0-501F50DAD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F2903-878F-F341-AE08-338AB070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087F8-DE71-183E-07E3-E0C2CAF0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8E8E3-F559-9307-9E1D-394658B8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7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3672-A67D-CB44-F7F7-CD896213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8412-4DB1-3142-B352-58736F06C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E574B-6CA6-A3A2-BE22-F941D494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7339-E862-80C0-6787-62C7B741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8027-6DAE-643B-D821-911D042C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5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00C9-1AC8-DA10-4261-AC275A05F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EC8E2-EB24-1462-143E-09EF60C9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7FFDD-5F12-12A5-8697-ECC64BB1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755B1-1FC4-D5AD-DF06-A4B631AE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8437-8640-10AF-1FAB-CF33F100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4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FE3D-E7EA-FE55-8330-016EB2E1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5966-C5D5-1F58-056C-E80A5E6C0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2E49C-5390-6B3D-0F86-B61C7E274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C9764-9157-870D-6AE3-DD827A91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CBEE-7F13-4B50-75A5-45861205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54D70-FFCB-9233-9848-3096487E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7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861EF-F986-3187-20ED-3812B4E2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EC09E-ACA8-C25A-E4C4-155A2674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BECD8-6C76-5451-5FA7-8F27ADD04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B0D82-22DD-B345-9718-E9814CC03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FBA78-76F0-E7F5-13E3-79D9937A0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7E5C7-A428-375E-E2E1-5590FBFA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0F821-0309-F5A2-C277-D71E4016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A819F-0F24-262F-CDB2-A086445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C377-865A-4ABE-679C-AC867D3F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1470A-43EC-DDBC-703B-80203022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9889E-CA52-4149-7904-A2C0C3C6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AA5E7-03D9-8033-1EA1-64822886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6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351E4-2E9C-F122-4CD8-3A396451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8495-83B9-9208-EA34-E9D56780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8D7FB-982C-8F95-A36E-4FF1636B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7B4A-32FF-50C8-C82A-BB265D31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49558-DE7E-0EAF-21C0-C698B53F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FE6CD-2613-4EB2-FBED-4CC04C58B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5E1C4-4F16-D124-C9A2-2DC233FE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400F3-EE6B-CB62-A041-D1E18E72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E78E0-82A4-61C6-16A9-3B53209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7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9357-E726-7A7D-ADAE-28CEEBF6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4CBB6-C46A-1D05-DEF1-E11B56DEB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92EC7-E5C6-3BB8-03AF-306FE6D8E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40173-3A7F-3EA2-3BB4-3859D8B4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66351-9D47-9B50-EC2E-C6DEAA37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976A4-F536-65CC-F0E1-2F3BDA66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3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0032-E4E8-00E3-5359-2DCCA772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FFD61-E54A-58F6-E229-092DD8AD1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06C3C-FC06-80DE-0DDD-9DAFEC3F0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10029-5E33-1A98-B80E-F703BE6B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6C55-B4D9-2C3D-B896-5AA34EB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0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1BD68-9957-0A8A-B3C1-30EE3362E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2C7AE-1176-B068-1215-AFDE31C1A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14F0-77FA-2372-DE60-1FDA4A44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6D9DC-86A3-1B91-A4BD-807188E4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9B980-AC41-A25F-0849-FE653AABA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64641-3CA8-5053-FFA6-ACB9D934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F8696-895C-6E9A-9B11-FFA86FE29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CC84C-CC87-8A49-A216-D0ED4E339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73C10-D38D-4BA5-A96D-483DF998E27A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FC9A0-EB9F-B826-B428-3D398EA57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943D-A86C-A165-C616-F9256A899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0FF2-F3CF-490C-AC41-3F5F83DFA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0311FA6-B39F-C95A-7AB7-8C9099852F79}"/>
              </a:ext>
            </a:extLst>
          </p:cNvPr>
          <p:cNvGrpSpPr/>
          <p:nvPr/>
        </p:nvGrpSpPr>
        <p:grpSpPr>
          <a:xfrm>
            <a:off x="4439387" y="1279712"/>
            <a:ext cx="3313224" cy="3964753"/>
            <a:chOff x="2006191" y="1355912"/>
            <a:chExt cx="3313224" cy="396475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CB75AE-5082-33A2-45B4-92CA71B863AA}"/>
                </a:ext>
              </a:extLst>
            </p:cNvPr>
            <p:cNvSpPr/>
            <p:nvPr/>
          </p:nvSpPr>
          <p:spPr>
            <a:xfrm>
              <a:off x="2006191" y="1355912"/>
              <a:ext cx="3313224" cy="3964753"/>
            </a:xfrm>
            <a:custGeom>
              <a:avLst/>
              <a:gdLst>
                <a:gd name="connsiteX0" fmla="*/ 190411 w 3313224"/>
                <a:gd name="connsiteY0" fmla="*/ 0 h 3964753"/>
                <a:gd name="connsiteX1" fmla="*/ 2536476 w 3313224"/>
                <a:gd name="connsiteY1" fmla="*/ 0 h 3964753"/>
                <a:gd name="connsiteX2" fmla="*/ 2536476 w 3313224"/>
                <a:gd name="connsiteY2" fmla="*/ 586335 h 3964753"/>
                <a:gd name="connsiteX3" fmla="*/ 2726887 w 3313224"/>
                <a:gd name="connsiteY3" fmla="*/ 776746 h 3964753"/>
                <a:gd name="connsiteX4" fmla="*/ 3313224 w 3313224"/>
                <a:gd name="connsiteY4" fmla="*/ 776746 h 3964753"/>
                <a:gd name="connsiteX5" fmla="*/ 3313224 w 3313224"/>
                <a:gd name="connsiteY5" fmla="*/ 3774342 h 3964753"/>
                <a:gd name="connsiteX6" fmla="*/ 3122813 w 3313224"/>
                <a:gd name="connsiteY6" fmla="*/ 3964753 h 3964753"/>
                <a:gd name="connsiteX7" fmla="*/ 190411 w 3313224"/>
                <a:gd name="connsiteY7" fmla="*/ 3964753 h 3964753"/>
                <a:gd name="connsiteX8" fmla="*/ 0 w 3313224"/>
                <a:gd name="connsiteY8" fmla="*/ 3774342 h 3964753"/>
                <a:gd name="connsiteX9" fmla="*/ 0 w 3313224"/>
                <a:gd name="connsiteY9" fmla="*/ 190411 h 3964753"/>
                <a:gd name="connsiteX10" fmla="*/ 190411 w 3313224"/>
                <a:gd name="connsiteY1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3224" h="3964753"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1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8AC167-E9DC-B466-DFBE-FF40D0E57809}"/>
                </a:ext>
              </a:extLst>
            </p:cNvPr>
            <p:cNvSpPr/>
            <p:nvPr/>
          </p:nvSpPr>
          <p:spPr>
            <a:xfrm>
              <a:off x="4657951" y="136287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9" name="user logo">
            <a:extLst>
              <a:ext uri="{FF2B5EF4-FFF2-40B4-BE49-F238E27FC236}">
                <a16:creationId xmlns:a16="http://schemas.microsoft.com/office/drawing/2014/main" id="{955E1052-5F43-EB42-AC95-C9D1DD4DA0C1}"/>
              </a:ext>
            </a:extLst>
          </p:cNvPr>
          <p:cNvSpPr/>
          <p:nvPr/>
        </p:nvSpPr>
        <p:spPr>
          <a:xfrm>
            <a:off x="5217784" y="1668629"/>
            <a:ext cx="1756431" cy="1418056"/>
          </a:xfrm>
          <a:custGeom>
            <a:avLst/>
            <a:gdLst>
              <a:gd name="connsiteX0" fmla="*/ 1275162 w 1756431"/>
              <a:gd name="connsiteY0" fmla="*/ 392828 h 1418056"/>
              <a:gd name="connsiteX1" fmla="*/ 1345798 w 1756431"/>
              <a:gd name="connsiteY1" fmla="*/ 399948 h 1418056"/>
              <a:gd name="connsiteX2" fmla="*/ 1756431 w 1756431"/>
              <a:gd name="connsiteY2" fmla="*/ 903778 h 1418056"/>
              <a:gd name="connsiteX3" fmla="*/ 1756430 w 1756431"/>
              <a:gd name="connsiteY3" fmla="*/ 903778 h 1418056"/>
              <a:gd name="connsiteX4" fmla="*/ 1242152 w 1756431"/>
              <a:gd name="connsiteY4" fmla="*/ 1418056 h 1418056"/>
              <a:gd name="connsiteX5" fmla="*/ 514278 w 1756431"/>
              <a:gd name="connsiteY5" fmla="*/ 1418055 h 1418056"/>
              <a:gd name="connsiteX6" fmla="*/ 10448 w 1756431"/>
              <a:gd name="connsiteY6" fmla="*/ 1007422 h 1418056"/>
              <a:gd name="connsiteX7" fmla="*/ 0 w 1756431"/>
              <a:gd name="connsiteY7" fmla="*/ 903778 h 1418056"/>
              <a:gd name="connsiteX8" fmla="*/ 10448 w 1756431"/>
              <a:gd name="connsiteY8" fmla="*/ 800133 h 1418056"/>
              <a:gd name="connsiteX9" fmla="*/ 410633 w 1756431"/>
              <a:gd name="connsiteY9" fmla="*/ 399948 h 1418056"/>
              <a:gd name="connsiteX10" fmla="*/ 477782 w 1756431"/>
              <a:gd name="connsiteY10" fmla="*/ 393179 h 1418056"/>
              <a:gd name="connsiteX11" fmla="*/ 478572 w 1756431"/>
              <a:gd name="connsiteY11" fmla="*/ 400925 h 1418056"/>
              <a:gd name="connsiteX12" fmla="*/ 876454 w 1756431"/>
              <a:gd name="connsiteY12" fmla="*/ 721382 h 1418056"/>
              <a:gd name="connsiteX13" fmla="*/ 1274336 w 1756431"/>
              <a:gd name="connsiteY13" fmla="*/ 400925 h 1418056"/>
              <a:gd name="connsiteX14" fmla="*/ 878214 w 1756431"/>
              <a:gd name="connsiteY14" fmla="*/ 0 h 1418056"/>
              <a:gd name="connsiteX15" fmla="*/ 1198254 w 1756431"/>
              <a:gd name="connsiteY15" fmla="*/ 320040 h 1418056"/>
              <a:gd name="connsiteX16" fmla="*/ 878214 w 1756431"/>
              <a:gd name="connsiteY16" fmla="*/ 640080 h 1418056"/>
              <a:gd name="connsiteX17" fmla="*/ 558174 w 1756431"/>
              <a:gd name="connsiteY17" fmla="*/ 320040 h 1418056"/>
              <a:gd name="connsiteX18" fmla="*/ 878214 w 1756431"/>
              <a:gd name="connsiteY18" fmla="*/ 0 h 1418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56431" h="1418056">
                <a:moveTo>
                  <a:pt x="1275162" y="392828"/>
                </a:moveTo>
                <a:lnTo>
                  <a:pt x="1345798" y="399948"/>
                </a:lnTo>
                <a:cubicBezTo>
                  <a:pt x="1580146" y="447903"/>
                  <a:pt x="1756431" y="655254"/>
                  <a:pt x="1756431" y="903778"/>
                </a:cubicBezTo>
                <a:lnTo>
                  <a:pt x="1756430" y="903778"/>
                </a:lnTo>
                <a:cubicBezTo>
                  <a:pt x="1756430" y="1187806"/>
                  <a:pt x="1526180" y="1418056"/>
                  <a:pt x="1242152" y="1418056"/>
                </a:cubicBezTo>
                <a:lnTo>
                  <a:pt x="514278" y="1418055"/>
                </a:lnTo>
                <a:cubicBezTo>
                  <a:pt x="265754" y="1418055"/>
                  <a:pt x="58403" y="1241770"/>
                  <a:pt x="10448" y="1007422"/>
                </a:cubicBezTo>
                <a:lnTo>
                  <a:pt x="0" y="903778"/>
                </a:lnTo>
                <a:lnTo>
                  <a:pt x="10448" y="800133"/>
                </a:lnTo>
                <a:cubicBezTo>
                  <a:pt x="51552" y="599264"/>
                  <a:pt x="209764" y="441052"/>
                  <a:pt x="410633" y="399948"/>
                </a:cubicBezTo>
                <a:lnTo>
                  <a:pt x="477782" y="393179"/>
                </a:lnTo>
                <a:lnTo>
                  <a:pt x="478572" y="400925"/>
                </a:lnTo>
                <a:cubicBezTo>
                  <a:pt x="516443" y="583809"/>
                  <a:pt x="680191" y="721382"/>
                  <a:pt x="876454" y="721382"/>
                </a:cubicBezTo>
                <a:cubicBezTo>
                  <a:pt x="1072717" y="721382"/>
                  <a:pt x="1236466" y="583809"/>
                  <a:pt x="1274336" y="400925"/>
                </a:cubicBezTo>
                <a:close/>
                <a:moveTo>
                  <a:pt x="878214" y="0"/>
                </a:moveTo>
                <a:cubicBezTo>
                  <a:pt x="1054967" y="0"/>
                  <a:pt x="1198254" y="143287"/>
                  <a:pt x="1198254" y="320040"/>
                </a:cubicBezTo>
                <a:cubicBezTo>
                  <a:pt x="1198254" y="496793"/>
                  <a:pt x="1054967" y="640080"/>
                  <a:pt x="878214" y="640080"/>
                </a:cubicBezTo>
                <a:cubicBezTo>
                  <a:pt x="701461" y="640080"/>
                  <a:pt x="558174" y="496793"/>
                  <a:pt x="558174" y="320040"/>
                </a:cubicBezTo>
                <a:cubicBezTo>
                  <a:pt x="558174" y="143287"/>
                  <a:pt x="701461" y="0"/>
                  <a:pt x="8782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BDB9FAF-B8A8-95D0-590F-99AAC70EDAAB}"/>
              </a:ext>
            </a:extLst>
          </p:cNvPr>
          <p:cNvSpPr/>
          <p:nvPr/>
        </p:nvSpPr>
        <p:spPr>
          <a:xfrm>
            <a:off x="5217783" y="3938404"/>
            <a:ext cx="1082563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4F30B1-06C2-9445-E5C3-A8906B0E18CB}"/>
              </a:ext>
            </a:extLst>
          </p:cNvPr>
          <p:cNvSpPr/>
          <p:nvPr/>
        </p:nvSpPr>
        <p:spPr>
          <a:xfrm>
            <a:off x="5217783" y="4329005"/>
            <a:ext cx="1394983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39425B8-8A16-B269-DE39-C8140A644642}"/>
              </a:ext>
            </a:extLst>
          </p:cNvPr>
          <p:cNvSpPr/>
          <p:nvPr/>
        </p:nvSpPr>
        <p:spPr>
          <a:xfrm>
            <a:off x="5217783" y="4716379"/>
            <a:ext cx="1718833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AD8C4D-26F9-494F-8A1E-7A421EC67B5D}"/>
              </a:ext>
            </a:extLst>
          </p:cNvPr>
          <p:cNvSpPr/>
          <p:nvPr/>
        </p:nvSpPr>
        <p:spPr>
          <a:xfrm>
            <a:off x="5217782" y="5106980"/>
            <a:ext cx="2038873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 hidden="1">
            <a:extLst>
              <a:ext uri="{FF2B5EF4-FFF2-40B4-BE49-F238E27FC236}">
                <a16:creationId xmlns:a16="http://schemas.microsoft.com/office/drawing/2014/main" id="{B8BE556A-B83D-9D3F-D51D-F22525640EBE}"/>
              </a:ext>
            </a:extLst>
          </p:cNvPr>
          <p:cNvSpPr/>
          <p:nvPr/>
        </p:nvSpPr>
        <p:spPr>
          <a:xfrm rot="19334641">
            <a:off x="5234827" y="2712440"/>
            <a:ext cx="1756430" cy="1733268"/>
          </a:xfrm>
          <a:prstGeom prst="roundRect">
            <a:avLst>
              <a:gd name="adj" fmla="val 162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B47CFF4-DF76-A1FF-ECA9-7FC1797174B0}"/>
              </a:ext>
            </a:extLst>
          </p:cNvPr>
          <p:cNvSpPr/>
          <p:nvPr/>
        </p:nvSpPr>
        <p:spPr>
          <a:xfrm>
            <a:off x="5217783" y="3551030"/>
            <a:ext cx="751093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 hidden="1">
            <a:extLst>
              <a:ext uri="{FF2B5EF4-FFF2-40B4-BE49-F238E27FC236}">
                <a16:creationId xmlns:a16="http://schemas.microsoft.com/office/drawing/2014/main" id="{378D5DE2-DBFF-DE72-0ED8-58052F8FDC29}"/>
              </a:ext>
            </a:extLst>
          </p:cNvPr>
          <p:cNvSpPr/>
          <p:nvPr/>
        </p:nvSpPr>
        <p:spPr>
          <a:xfrm>
            <a:off x="7087111" y="3549416"/>
            <a:ext cx="1083183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 hidden="1">
            <a:extLst>
              <a:ext uri="{FF2B5EF4-FFF2-40B4-BE49-F238E27FC236}">
                <a16:creationId xmlns:a16="http://schemas.microsoft.com/office/drawing/2014/main" id="{F6011408-21AD-1B18-623B-5E02888F3448}"/>
              </a:ext>
            </a:extLst>
          </p:cNvPr>
          <p:cNvSpPr/>
          <p:nvPr/>
        </p:nvSpPr>
        <p:spPr>
          <a:xfrm>
            <a:off x="7405246" y="3938403"/>
            <a:ext cx="673607" cy="2640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0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339118-DF85-19F8-A51A-FFBCA1F41093}"/>
              </a:ext>
            </a:extLst>
          </p:cNvPr>
          <p:cNvGrpSpPr/>
          <p:nvPr/>
        </p:nvGrpSpPr>
        <p:grpSpPr>
          <a:xfrm>
            <a:off x="4521842" y="1182853"/>
            <a:ext cx="1034006" cy="1237338"/>
            <a:chOff x="4581751" y="1188273"/>
            <a:chExt cx="3313224" cy="3964754"/>
          </a:xfrm>
          <a:blipFill dpi="0" rotWithShape="1">
            <a:blip r:embed="rId2"/>
            <a:srcRect/>
            <a:stretch>
              <a:fillRect l="-40000" t="-14000" r="-128000" b="-32000"/>
            </a:stretch>
          </a:blip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7C3D86-17AA-592B-F824-8C539E9E9511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8251904-839D-B950-B2FD-97946BBBF85A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916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6423131-B901-EE08-9D86-5830C842D433}"/>
              </a:ext>
            </a:extLst>
          </p:cNvPr>
          <p:cNvGrpSpPr/>
          <p:nvPr/>
        </p:nvGrpSpPr>
        <p:grpSpPr>
          <a:xfrm>
            <a:off x="2249820" y="561875"/>
            <a:ext cx="2112448" cy="2527851"/>
            <a:chOff x="4581751" y="1188273"/>
            <a:chExt cx="3313224" cy="396475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FD7F7DB-C090-8D8E-5F5E-25410DFDC6D2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3A77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7AC571E-2FE8-7F09-A327-C19DAA1C3797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A7BD5"/>
                </a:gs>
                <a:gs pos="99000">
                  <a:srgbClr val="3A6073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A73C73C-939B-CA24-BE88-04A56AB099EF}"/>
              </a:ext>
            </a:extLst>
          </p:cNvPr>
          <p:cNvGrpSpPr/>
          <p:nvPr/>
        </p:nvGrpSpPr>
        <p:grpSpPr>
          <a:xfrm>
            <a:off x="2297774" y="3625113"/>
            <a:ext cx="2112448" cy="2527851"/>
            <a:chOff x="4581751" y="1188273"/>
            <a:chExt cx="3313224" cy="396475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9F86464-EB6E-215E-B1D9-A4EDDC25C69E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AEA13C-710F-ACAB-9541-E85C05406C13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9362139-54F4-AA6A-F7FB-820B9FC1EB80}"/>
              </a:ext>
            </a:extLst>
          </p:cNvPr>
          <p:cNvGrpSpPr/>
          <p:nvPr/>
        </p:nvGrpSpPr>
        <p:grpSpPr>
          <a:xfrm>
            <a:off x="4978995" y="3625112"/>
            <a:ext cx="2112448" cy="2527851"/>
            <a:chOff x="4581751" y="1188273"/>
            <a:chExt cx="3313224" cy="3964754"/>
          </a:xfrm>
          <a:solidFill>
            <a:schemeClr val="bg1">
              <a:lumMod val="95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388F114-DB32-58F2-AEB6-D7B59F448879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0D767F7-238C-B4CC-4A42-6FDA649FF3AC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F9D401-9147-63DF-4898-5B06B5E7DA2E}"/>
              </a:ext>
            </a:extLst>
          </p:cNvPr>
          <p:cNvGrpSpPr/>
          <p:nvPr/>
        </p:nvGrpSpPr>
        <p:grpSpPr>
          <a:xfrm>
            <a:off x="4983435" y="561874"/>
            <a:ext cx="2112448" cy="2527851"/>
            <a:chOff x="4581751" y="1188273"/>
            <a:chExt cx="3313224" cy="3964754"/>
          </a:xfrm>
          <a:solidFill>
            <a:schemeClr val="accent5">
              <a:lumMod val="75000"/>
            </a:schemeClr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E72E6FD-AD92-9FAB-9FD6-66C5DD7BD723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CAA15E6-0051-E50F-E7C9-6BA0FD92D44C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EABE98-2538-F675-789C-36DDA84DB4DA}"/>
              </a:ext>
            </a:extLst>
          </p:cNvPr>
          <p:cNvSpPr/>
          <p:nvPr/>
        </p:nvSpPr>
        <p:spPr>
          <a:xfrm>
            <a:off x="7833360" y="0"/>
            <a:ext cx="43586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AE1820F-4ADC-13DD-6A32-AEC6409510B9}"/>
              </a:ext>
            </a:extLst>
          </p:cNvPr>
          <p:cNvGrpSpPr/>
          <p:nvPr/>
        </p:nvGrpSpPr>
        <p:grpSpPr>
          <a:xfrm>
            <a:off x="8445647" y="3625112"/>
            <a:ext cx="2112448" cy="2527851"/>
            <a:chOff x="4581751" y="1188273"/>
            <a:chExt cx="3313224" cy="3964754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3F8E65E-F977-5D77-7917-96810FBAE739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A9A0300-C3DE-0EDB-6394-B0B11DCD4D1E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BA83AD7-FB85-F605-ED33-CB90E9A94FE1}"/>
              </a:ext>
            </a:extLst>
          </p:cNvPr>
          <p:cNvGrpSpPr/>
          <p:nvPr/>
        </p:nvGrpSpPr>
        <p:grpSpPr>
          <a:xfrm>
            <a:off x="8467477" y="548631"/>
            <a:ext cx="2112448" cy="2527851"/>
            <a:chOff x="4581751" y="1188273"/>
            <a:chExt cx="3313224" cy="3964754"/>
          </a:xfrm>
          <a:solidFill>
            <a:schemeClr val="bg1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C8C85FD-7399-80C5-6306-39D526F77993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9329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501B11C-A4CE-11F2-52BE-2AF3EC543DBD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>
              <a:gsLst>
                <a:gs pos="0">
                  <a:srgbClr val="ED213A"/>
                </a:gs>
                <a:gs pos="100000">
                  <a:srgbClr val="93291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D5AAAD7-993C-2749-5ADD-B28206BDB9FE}"/>
              </a:ext>
            </a:extLst>
          </p:cNvPr>
          <p:cNvGrpSpPr/>
          <p:nvPr/>
        </p:nvGrpSpPr>
        <p:grpSpPr>
          <a:xfrm>
            <a:off x="72557" y="2361186"/>
            <a:ext cx="2112448" cy="2527851"/>
            <a:chOff x="4581751" y="1188273"/>
            <a:chExt cx="3313224" cy="3964754"/>
          </a:xfrm>
          <a:solidFill>
            <a:schemeClr val="accent5">
              <a:lumMod val="75000"/>
            </a:schemeClr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60E0555-B0F4-AE24-9401-8B163951436D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C4C5C6-4BED-3A4B-AF36-20E6F51041CB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556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EBEABE98-2538-F675-789C-36DDA84DB4DA}"/>
              </a:ext>
            </a:extLst>
          </p:cNvPr>
          <p:cNvSpPr/>
          <p:nvPr/>
        </p:nvSpPr>
        <p:spPr>
          <a:xfrm>
            <a:off x="8472668" y="0"/>
            <a:ext cx="418231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423131-B901-EE08-9D86-5830C842D433}"/>
              </a:ext>
            </a:extLst>
          </p:cNvPr>
          <p:cNvGrpSpPr/>
          <p:nvPr/>
        </p:nvGrpSpPr>
        <p:grpSpPr>
          <a:xfrm>
            <a:off x="810119" y="469277"/>
            <a:ext cx="2112448" cy="2527851"/>
            <a:chOff x="4581751" y="1188273"/>
            <a:chExt cx="3313224" cy="396475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FD7F7DB-C090-8D8E-5F5E-25410DFDC6D2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C445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7AC571E-2FE8-7F09-A327-C19DAA1C3797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C4E9C"/>
                </a:gs>
                <a:gs pos="99000">
                  <a:srgbClr val="F80759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EE080F-83BF-A1E2-96AE-AC88F05CDAF3}"/>
              </a:ext>
            </a:extLst>
          </p:cNvPr>
          <p:cNvGrpSpPr/>
          <p:nvPr/>
        </p:nvGrpSpPr>
        <p:grpSpPr>
          <a:xfrm>
            <a:off x="3455279" y="469277"/>
            <a:ext cx="2112448" cy="2527851"/>
            <a:chOff x="4581751" y="1188273"/>
            <a:chExt cx="3313224" cy="39647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22C86ED-8A40-9DFF-BFDF-E092E464F4AF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FC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6660211-0A30-1B6A-5EC2-53ED627447D1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C00FF"/>
                </a:gs>
                <a:gs pos="99000">
                  <a:srgbClr val="00DBD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3603C77-77EA-CC8E-B6E5-D827CF555806}"/>
              </a:ext>
            </a:extLst>
          </p:cNvPr>
          <p:cNvGrpSpPr/>
          <p:nvPr/>
        </p:nvGrpSpPr>
        <p:grpSpPr>
          <a:xfrm>
            <a:off x="814559" y="3642669"/>
            <a:ext cx="2112448" cy="2527851"/>
            <a:chOff x="4581751" y="1188273"/>
            <a:chExt cx="3313224" cy="396475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3328D4-E63A-7742-2DC3-0CDC28A88E29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F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15639E-0E14-D804-75B9-FA92D6F5708C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EC008C"/>
                </a:gs>
                <a:gs pos="0">
                  <a:srgbClr val="FC6767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A2FA93-32EA-84B6-E482-37AD72F6774C}"/>
              </a:ext>
            </a:extLst>
          </p:cNvPr>
          <p:cNvGrpSpPr/>
          <p:nvPr/>
        </p:nvGrpSpPr>
        <p:grpSpPr>
          <a:xfrm>
            <a:off x="3497009" y="3642668"/>
            <a:ext cx="2112448" cy="2527851"/>
            <a:chOff x="4581751" y="1188273"/>
            <a:chExt cx="3313224" cy="396475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E43978E-2B24-DD62-1F53-441311C5C9DB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E50A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A14D6E-C3B8-62AE-8AE9-69FD86760D81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C008C"/>
                </a:gs>
                <a:gs pos="64000">
                  <a:srgbClr val="CC2B5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96762C-2115-1BA2-8A0E-E25EE38D612F}"/>
              </a:ext>
            </a:extLst>
          </p:cNvPr>
          <p:cNvGrpSpPr/>
          <p:nvPr/>
        </p:nvGrpSpPr>
        <p:grpSpPr>
          <a:xfrm>
            <a:off x="6096000" y="469277"/>
            <a:ext cx="2112448" cy="2527851"/>
            <a:chOff x="4581751" y="1188273"/>
            <a:chExt cx="3313224" cy="396475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0B5E41-37A9-646D-7ABB-C95609CFA3BB}"/>
                </a:ext>
              </a:extLst>
            </p:cNvPr>
            <p:cNvSpPr/>
            <p:nvPr/>
          </p:nvSpPr>
          <p:spPr>
            <a:xfrm>
              <a:off x="7233511" y="119523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rgbClr val="CC2B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FE9FE41-6437-8FD4-F5BE-6F0361E43EBD}"/>
                </a:ext>
              </a:extLst>
            </p:cNvPr>
            <p:cNvSpPr/>
            <p:nvPr/>
          </p:nvSpPr>
          <p:spPr>
            <a:xfrm>
              <a:off x="4581751" y="1188273"/>
              <a:ext cx="3313224" cy="3964754"/>
            </a:xfrm>
            <a:custGeom>
              <a:avLst/>
              <a:gdLst>
                <a:gd name="connsiteX0" fmla="*/ 910418 w 3313224"/>
                <a:gd name="connsiteY0" fmla="*/ 3436667 h 3964753"/>
                <a:gd name="connsiteX1" fmla="*/ 788771 w 3313224"/>
                <a:gd name="connsiteY1" fmla="*/ 3517300 h 3964753"/>
                <a:gd name="connsiteX2" fmla="*/ 778396 w 3313224"/>
                <a:gd name="connsiteY2" fmla="*/ 3568689 h 3964753"/>
                <a:gd name="connsiteX3" fmla="*/ 788771 w 3313224"/>
                <a:gd name="connsiteY3" fmla="*/ 3620077 h 3964753"/>
                <a:gd name="connsiteX4" fmla="*/ 910418 w 3313224"/>
                <a:gd name="connsiteY4" fmla="*/ 3700710 h 3964753"/>
                <a:gd name="connsiteX5" fmla="*/ 2365207 w 3313224"/>
                <a:gd name="connsiteY5" fmla="*/ 3700711 h 3964753"/>
                <a:gd name="connsiteX6" fmla="*/ 2497229 w 3313224"/>
                <a:gd name="connsiteY6" fmla="*/ 3568689 h 3964753"/>
                <a:gd name="connsiteX7" fmla="*/ 2497230 w 3313224"/>
                <a:gd name="connsiteY7" fmla="*/ 3568689 h 3964753"/>
                <a:gd name="connsiteX8" fmla="*/ 2365208 w 3313224"/>
                <a:gd name="connsiteY8" fmla="*/ 3436667 h 3964753"/>
                <a:gd name="connsiteX9" fmla="*/ 910418 w 3313224"/>
                <a:gd name="connsiteY9" fmla="*/ 3049293 h 3964753"/>
                <a:gd name="connsiteX10" fmla="*/ 788771 w 3313224"/>
                <a:gd name="connsiteY10" fmla="*/ 3129926 h 3964753"/>
                <a:gd name="connsiteX11" fmla="*/ 778396 w 3313224"/>
                <a:gd name="connsiteY11" fmla="*/ 3181315 h 3964753"/>
                <a:gd name="connsiteX12" fmla="*/ 788771 w 3313224"/>
                <a:gd name="connsiteY12" fmla="*/ 3232703 h 3964753"/>
                <a:gd name="connsiteX13" fmla="*/ 910418 w 3313224"/>
                <a:gd name="connsiteY13" fmla="*/ 3313336 h 3964753"/>
                <a:gd name="connsiteX14" fmla="*/ 2041357 w 3313224"/>
                <a:gd name="connsiteY14" fmla="*/ 3313337 h 3964753"/>
                <a:gd name="connsiteX15" fmla="*/ 2173379 w 3313224"/>
                <a:gd name="connsiteY15" fmla="*/ 3181315 h 3964753"/>
                <a:gd name="connsiteX16" fmla="*/ 2173380 w 3313224"/>
                <a:gd name="connsiteY16" fmla="*/ 3181315 h 3964753"/>
                <a:gd name="connsiteX17" fmla="*/ 2041358 w 3313224"/>
                <a:gd name="connsiteY17" fmla="*/ 3049293 h 3964753"/>
                <a:gd name="connsiteX18" fmla="*/ 910418 w 3313224"/>
                <a:gd name="connsiteY18" fmla="*/ 2658692 h 3964753"/>
                <a:gd name="connsiteX19" fmla="*/ 788771 w 3313224"/>
                <a:gd name="connsiteY19" fmla="*/ 2739325 h 3964753"/>
                <a:gd name="connsiteX20" fmla="*/ 778396 w 3313224"/>
                <a:gd name="connsiteY20" fmla="*/ 2790714 h 3964753"/>
                <a:gd name="connsiteX21" fmla="*/ 788771 w 3313224"/>
                <a:gd name="connsiteY21" fmla="*/ 2842102 h 3964753"/>
                <a:gd name="connsiteX22" fmla="*/ 910418 w 3313224"/>
                <a:gd name="connsiteY22" fmla="*/ 2922735 h 3964753"/>
                <a:gd name="connsiteX23" fmla="*/ 1728937 w 3313224"/>
                <a:gd name="connsiteY23" fmla="*/ 2922736 h 3964753"/>
                <a:gd name="connsiteX24" fmla="*/ 1860959 w 3313224"/>
                <a:gd name="connsiteY24" fmla="*/ 2790714 h 3964753"/>
                <a:gd name="connsiteX25" fmla="*/ 1860960 w 3313224"/>
                <a:gd name="connsiteY25" fmla="*/ 2790714 h 3964753"/>
                <a:gd name="connsiteX26" fmla="*/ 1728938 w 3313224"/>
                <a:gd name="connsiteY26" fmla="*/ 2658692 h 3964753"/>
                <a:gd name="connsiteX27" fmla="*/ 910418 w 3313224"/>
                <a:gd name="connsiteY27" fmla="*/ 2271318 h 3964753"/>
                <a:gd name="connsiteX28" fmla="*/ 788771 w 3313224"/>
                <a:gd name="connsiteY28" fmla="*/ 2351951 h 3964753"/>
                <a:gd name="connsiteX29" fmla="*/ 778396 w 3313224"/>
                <a:gd name="connsiteY29" fmla="*/ 2403340 h 3964753"/>
                <a:gd name="connsiteX30" fmla="*/ 788771 w 3313224"/>
                <a:gd name="connsiteY30" fmla="*/ 2454728 h 3964753"/>
                <a:gd name="connsiteX31" fmla="*/ 910418 w 3313224"/>
                <a:gd name="connsiteY31" fmla="*/ 2535361 h 3964753"/>
                <a:gd name="connsiteX32" fmla="*/ 1397467 w 3313224"/>
                <a:gd name="connsiteY32" fmla="*/ 2535362 h 3964753"/>
                <a:gd name="connsiteX33" fmla="*/ 1529489 w 3313224"/>
                <a:gd name="connsiteY33" fmla="*/ 2403340 h 3964753"/>
                <a:gd name="connsiteX34" fmla="*/ 1529490 w 3313224"/>
                <a:gd name="connsiteY34" fmla="*/ 2403340 h 3964753"/>
                <a:gd name="connsiteX35" fmla="*/ 1397468 w 3313224"/>
                <a:gd name="connsiteY35" fmla="*/ 2271318 h 3964753"/>
                <a:gd name="connsiteX36" fmla="*/ 2053559 w 3313224"/>
                <a:gd name="connsiteY36" fmla="*/ 781746 h 3964753"/>
                <a:gd name="connsiteX37" fmla="*/ 2052733 w 3313224"/>
                <a:gd name="connsiteY37" fmla="*/ 789842 h 3964753"/>
                <a:gd name="connsiteX38" fmla="*/ 1654851 w 3313224"/>
                <a:gd name="connsiteY38" fmla="*/ 1110299 h 3964753"/>
                <a:gd name="connsiteX39" fmla="*/ 1256969 w 3313224"/>
                <a:gd name="connsiteY39" fmla="*/ 789842 h 3964753"/>
                <a:gd name="connsiteX40" fmla="*/ 1256179 w 3313224"/>
                <a:gd name="connsiteY40" fmla="*/ 782096 h 3964753"/>
                <a:gd name="connsiteX41" fmla="*/ 1189030 w 3313224"/>
                <a:gd name="connsiteY41" fmla="*/ 788865 h 3964753"/>
                <a:gd name="connsiteX42" fmla="*/ 788845 w 3313224"/>
                <a:gd name="connsiteY42" fmla="*/ 1189050 h 3964753"/>
                <a:gd name="connsiteX43" fmla="*/ 778397 w 3313224"/>
                <a:gd name="connsiteY43" fmla="*/ 1292695 h 3964753"/>
                <a:gd name="connsiteX44" fmla="*/ 788845 w 3313224"/>
                <a:gd name="connsiteY44" fmla="*/ 1396339 h 3964753"/>
                <a:gd name="connsiteX45" fmla="*/ 1292675 w 3313224"/>
                <a:gd name="connsiteY45" fmla="*/ 1806972 h 3964753"/>
                <a:gd name="connsiteX46" fmla="*/ 2020549 w 3313224"/>
                <a:gd name="connsiteY46" fmla="*/ 1806973 h 3964753"/>
                <a:gd name="connsiteX47" fmla="*/ 2534827 w 3313224"/>
                <a:gd name="connsiteY47" fmla="*/ 1292695 h 3964753"/>
                <a:gd name="connsiteX48" fmla="*/ 2534828 w 3313224"/>
                <a:gd name="connsiteY48" fmla="*/ 1292695 h 3964753"/>
                <a:gd name="connsiteX49" fmla="*/ 2124195 w 3313224"/>
                <a:gd name="connsiteY49" fmla="*/ 788865 h 3964753"/>
                <a:gd name="connsiteX50" fmla="*/ 1656611 w 3313224"/>
                <a:gd name="connsiteY50" fmla="*/ 388918 h 3964753"/>
                <a:gd name="connsiteX51" fmla="*/ 1336571 w 3313224"/>
                <a:gd name="connsiteY51" fmla="*/ 708957 h 3964753"/>
                <a:gd name="connsiteX52" fmla="*/ 1656611 w 3313224"/>
                <a:gd name="connsiteY52" fmla="*/ 1028997 h 3964753"/>
                <a:gd name="connsiteX53" fmla="*/ 1976651 w 3313224"/>
                <a:gd name="connsiteY53" fmla="*/ 708957 h 3964753"/>
                <a:gd name="connsiteX54" fmla="*/ 1656611 w 3313224"/>
                <a:gd name="connsiteY54" fmla="*/ 388918 h 3964753"/>
                <a:gd name="connsiteX55" fmla="*/ 190411 w 3313224"/>
                <a:gd name="connsiteY55" fmla="*/ 0 h 3964753"/>
                <a:gd name="connsiteX56" fmla="*/ 2536476 w 3313224"/>
                <a:gd name="connsiteY56" fmla="*/ 0 h 3964753"/>
                <a:gd name="connsiteX57" fmla="*/ 2536476 w 3313224"/>
                <a:gd name="connsiteY57" fmla="*/ 586335 h 3964753"/>
                <a:gd name="connsiteX58" fmla="*/ 2726887 w 3313224"/>
                <a:gd name="connsiteY58" fmla="*/ 776746 h 3964753"/>
                <a:gd name="connsiteX59" fmla="*/ 3313224 w 3313224"/>
                <a:gd name="connsiteY59" fmla="*/ 776746 h 3964753"/>
                <a:gd name="connsiteX60" fmla="*/ 3313224 w 3313224"/>
                <a:gd name="connsiteY60" fmla="*/ 2269704 h 3964753"/>
                <a:gd name="connsiteX61" fmla="*/ 2779746 w 3313224"/>
                <a:gd name="connsiteY61" fmla="*/ 2269704 h 3964753"/>
                <a:gd name="connsiteX62" fmla="*/ 2658099 w 3313224"/>
                <a:gd name="connsiteY62" fmla="*/ 2350337 h 3964753"/>
                <a:gd name="connsiteX63" fmla="*/ 2647724 w 3313224"/>
                <a:gd name="connsiteY63" fmla="*/ 2401726 h 3964753"/>
                <a:gd name="connsiteX64" fmla="*/ 2658099 w 3313224"/>
                <a:gd name="connsiteY64" fmla="*/ 2453114 h 3964753"/>
                <a:gd name="connsiteX65" fmla="*/ 2779746 w 3313224"/>
                <a:gd name="connsiteY65" fmla="*/ 2533747 h 3964753"/>
                <a:gd name="connsiteX66" fmla="*/ 3313224 w 3313224"/>
                <a:gd name="connsiteY66" fmla="*/ 2533748 h 3964753"/>
                <a:gd name="connsiteX67" fmla="*/ 3313224 w 3313224"/>
                <a:gd name="connsiteY67" fmla="*/ 2658691 h 3964753"/>
                <a:gd name="connsiteX68" fmla="*/ 3097881 w 3313224"/>
                <a:gd name="connsiteY68" fmla="*/ 2658691 h 3964753"/>
                <a:gd name="connsiteX69" fmla="*/ 2976234 w 3313224"/>
                <a:gd name="connsiteY69" fmla="*/ 2739324 h 3964753"/>
                <a:gd name="connsiteX70" fmla="*/ 2965859 w 3313224"/>
                <a:gd name="connsiteY70" fmla="*/ 2790713 h 3964753"/>
                <a:gd name="connsiteX71" fmla="*/ 2965859 w 3313224"/>
                <a:gd name="connsiteY71" fmla="*/ 2790712 h 3964753"/>
                <a:gd name="connsiteX72" fmla="*/ 2965859 w 3313224"/>
                <a:gd name="connsiteY72" fmla="*/ 2790713 h 3964753"/>
                <a:gd name="connsiteX73" fmla="*/ 2965859 w 3313224"/>
                <a:gd name="connsiteY73" fmla="*/ 2790713 h 3964753"/>
                <a:gd name="connsiteX74" fmla="*/ 2976234 w 3313224"/>
                <a:gd name="connsiteY74" fmla="*/ 2842101 h 3964753"/>
                <a:gd name="connsiteX75" fmla="*/ 3097881 w 3313224"/>
                <a:gd name="connsiteY75" fmla="*/ 2922734 h 3964753"/>
                <a:gd name="connsiteX76" fmla="*/ 3313224 w 3313224"/>
                <a:gd name="connsiteY76" fmla="*/ 2922735 h 3964753"/>
                <a:gd name="connsiteX77" fmla="*/ 3313224 w 3313224"/>
                <a:gd name="connsiteY77" fmla="*/ 3774342 h 3964753"/>
                <a:gd name="connsiteX78" fmla="*/ 3122813 w 3313224"/>
                <a:gd name="connsiteY78" fmla="*/ 3964753 h 3964753"/>
                <a:gd name="connsiteX79" fmla="*/ 2816165 w 3313224"/>
                <a:gd name="connsiteY79" fmla="*/ 3964753 h 3964753"/>
                <a:gd name="connsiteX80" fmla="*/ 2817268 w 3313224"/>
                <a:gd name="connsiteY80" fmla="*/ 3959290 h 3964753"/>
                <a:gd name="connsiteX81" fmla="*/ 2817269 w 3313224"/>
                <a:gd name="connsiteY81" fmla="*/ 3959290 h 3964753"/>
                <a:gd name="connsiteX82" fmla="*/ 2685247 w 3313224"/>
                <a:gd name="connsiteY82" fmla="*/ 3827268 h 3964753"/>
                <a:gd name="connsiteX83" fmla="*/ 910417 w 3313224"/>
                <a:gd name="connsiteY83" fmla="*/ 3827268 h 3964753"/>
                <a:gd name="connsiteX84" fmla="*/ 788770 w 3313224"/>
                <a:gd name="connsiteY84" fmla="*/ 3907901 h 3964753"/>
                <a:gd name="connsiteX85" fmla="*/ 778395 w 3313224"/>
                <a:gd name="connsiteY85" fmla="*/ 3959290 h 3964753"/>
                <a:gd name="connsiteX86" fmla="*/ 779498 w 3313224"/>
                <a:gd name="connsiteY86" fmla="*/ 3964753 h 3964753"/>
                <a:gd name="connsiteX87" fmla="*/ 190411 w 3313224"/>
                <a:gd name="connsiteY87" fmla="*/ 3964753 h 3964753"/>
                <a:gd name="connsiteX88" fmla="*/ 0 w 3313224"/>
                <a:gd name="connsiteY88" fmla="*/ 3774342 h 3964753"/>
                <a:gd name="connsiteX89" fmla="*/ 0 w 3313224"/>
                <a:gd name="connsiteY89" fmla="*/ 190412 h 3964753"/>
                <a:gd name="connsiteX90" fmla="*/ 190411 w 3313224"/>
                <a:gd name="connsiteY9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313224" h="3964753">
                  <a:moveTo>
                    <a:pt x="910418" y="3436667"/>
                  </a:moveTo>
                  <a:cubicBezTo>
                    <a:pt x="855733" y="3436667"/>
                    <a:pt x="808813" y="3469915"/>
                    <a:pt x="788771" y="3517300"/>
                  </a:cubicBezTo>
                  <a:lnTo>
                    <a:pt x="778396" y="3568689"/>
                  </a:lnTo>
                  <a:lnTo>
                    <a:pt x="788771" y="3620077"/>
                  </a:lnTo>
                  <a:cubicBezTo>
                    <a:pt x="808813" y="3667462"/>
                    <a:pt x="855733" y="3700710"/>
                    <a:pt x="910418" y="3700710"/>
                  </a:cubicBezTo>
                  <a:lnTo>
                    <a:pt x="2365207" y="3700711"/>
                  </a:lnTo>
                  <a:cubicBezTo>
                    <a:pt x="2438121" y="3700711"/>
                    <a:pt x="2497229" y="3641603"/>
                    <a:pt x="2497229" y="3568689"/>
                  </a:cubicBezTo>
                  <a:lnTo>
                    <a:pt x="2497230" y="3568689"/>
                  </a:lnTo>
                  <a:cubicBezTo>
                    <a:pt x="2497230" y="3495775"/>
                    <a:pt x="2438122" y="3436667"/>
                    <a:pt x="2365208" y="3436667"/>
                  </a:cubicBezTo>
                  <a:close/>
                  <a:moveTo>
                    <a:pt x="910418" y="3049293"/>
                  </a:moveTo>
                  <a:cubicBezTo>
                    <a:pt x="855733" y="3049293"/>
                    <a:pt x="808813" y="3082542"/>
                    <a:pt x="788771" y="3129926"/>
                  </a:cubicBezTo>
                  <a:lnTo>
                    <a:pt x="778396" y="3181315"/>
                  </a:lnTo>
                  <a:lnTo>
                    <a:pt x="788771" y="3232703"/>
                  </a:lnTo>
                  <a:cubicBezTo>
                    <a:pt x="808813" y="3280088"/>
                    <a:pt x="855733" y="3313336"/>
                    <a:pt x="910418" y="3313336"/>
                  </a:cubicBezTo>
                  <a:lnTo>
                    <a:pt x="2041357" y="3313337"/>
                  </a:lnTo>
                  <a:cubicBezTo>
                    <a:pt x="2114271" y="3313337"/>
                    <a:pt x="2173379" y="3254229"/>
                    <a:pt x="2173379" y="3181315"/>
                  </a:cubicBezTo>
                  <a:lnTo>
                    <a:pt x="2173380" y="3181315"/>
                  </a:lnTo>
                  <a:cubicBezTo>
                    <a:pt x="2173380" y="3108401"/>
                    <a:pt x="2114272" y="3049293"/>
                    <a:pt x="2041358" y="3049293"/>
                  </a:cubicBezTo>
                  <a:close/>
                  <a:moveTo>
                    <a:pt x="910418" y="2658692"/>
                  </a:moveTo>
                  <a:cubicBezTo>
                    <a:pt x="855733" y="2658692"/>
                    <a:pt x="808813" y="2691940"/>
                    <a:pt x="788771" y="2739325"/>
                  </a:cubicBezTo>
                  <a:lnTo>
                    <a:pt x="778396" y="2790714"/>
                  </a:lnTo>
                  <a:lnTo>
                    <a:pt x="788771" y="2842102"/>
                  </a:lnTo>
                  <a:cubicBezTo>
                    <a:pt x="808813" y="2889487"/>
                    <a:pt x="855733" y="2922735"/>
                    <a:pt x="910418" y="2922735"/>
                  </a:cubicBezTo>
                  <a:lnTo>
                    <a:pt x="1728937" y="2922736"/>
                  </a:lnTo>
                  <a:cubicBezTo>
                    <a:pt x="1801851" y="2922736"/>
                    <a:pt x="1860959" y="2863628"/>
                    <a:pt x="1860959" y="2790714"/>
                  </a:cubicBezTo>
                  <a:lnTo>
                    <a:pt x="1860960" y="2790714"/>
                  </a:lnTo>
                  <a:cubicBezTo>
                    <a:pt x="1860960" y="2717800"/>
                    <a:pt x="1801852" y="2658692"/>
                    <a:pt x="1728938" y="2658692"/>
                  </a:cubicBezTo>
                  <a:close/>
                  <a:moveTo>
                    <a:pt x="910418" y="2271318"/>
                  </a:moveTo>
                  <a:cubicBezTo>
                    <a:pt x="855733" y="2271318"/>
                    <a:pt x="808813" y="2304566"/>
                    <a:pt x="788771" y="2351951"/>
                  </a:cubicBezTo>
                  <a:lnTo>
                    <a:pt x="778396" y="2403340"/>
                  </a:lnTo>
                  <a:lnTo>
                    <a:pt x="788771" y="2454728"/>
                  </a:lnTo>
                  <a:cubicBezTo>
                    <a:pt x="808813" y="2502113"/>
                    <a:pt x="855733" y="2535361"/>
                    <a:pt x="910418" y="2535361"/>
                  </a:cubicBezTo>
                  <a:lnTo>
                    <a:pt x="1397467" y="2535362"/>
                  </a:lnTo>
                  <a:cubicBezTo>
                    <a:pt x="1470381" y="2535362"/>
                    <a:pt x="1529489" y="2476254"/>
                    <a:pt x="1529489" y="2403340"/>
                  </a:cubicBezTo>
                  <a:lnTo>
                    <a:pt x="1529490" y="2403340"/>
                  </a:lnTo>
                  <a:cubicBezTo>
                    <a:pt x="1529490" y="2330426"/>
                    <a:pt x="1470382" y="2271318"/>
                    <a:pt x="1397468" y="2271318"/>
                  </a:cubicBezTo>
                  <a:close/>
                  <a:moveTo>
                    <a:pt x="2053559" y="781746"/>
                  </a:moveTo>
                  <a:lnTo>
                    <a:pt x="2052733" y="789842"/>
                  </a:lnTo>
                  <a:cubicBezTo>
                    <a:pt x="2014863" y="972726"/>
                    <a:pt x="1851114" y="1110299"/>
                    <a:pt x="1654851" y="1110299"/>
                  </a:cubicBezTo>
                  <a:cubicBezTo>
                    <a:pt x="1458588" y="1110299"/>
                    <a:pt x="1294840" y="972726"/>
                    <a:pt x="1256969" y="789842"/>
                  </a:cubicBezTo>
                  <a:lnTo>
                    <a:pt x="1256179" y="782096"/>
                  </a:lnTo>
                  <a:lnTo>
                    <a:pt x="1189030" y="788865"/>
                  </a:lnTo>
                  <a:cubicBezTo>
                    <a:pt x="988161" y="829969"/>
                    <a:pt x="829949" y="988181"/>
                    <a:pt x="788845" y="1189050"/>
                  </a:cubicBezTo>
                  <a:lnTo>
                    <a:pt x="778397" y="1292695"/>
                  </a:lnTo>
                  <a:lnTo>
                    <a:pt x="788845" y="1396339"/>
                  </a:lnTo>
                  <a:cubicBezTo>
                    <a:pt x="836800" y="1630687"/>
                    <a:pt x="1044151" y="1806972"/>
                    <a:pt x="1292675" y="1806972"/>
                  </a:cubicBezTo>
                  <a:lnTo>
                    <a:pt x="2020549" y="1806973"/>
                  </a:lnTo>
                  <a:cubicBezTo>
                    <a:pt x="2304577" y="1806973"/>
                    <a:pt x="2534827" y="1576723"/>
                    <a:pt x="2534827" y="1292695"/>
                  </a:cubicBezTo>
                  <a:lnTo>
                    <a:pt x="2534828" y="1292695"/>
                  </a:lnTo>
                  <a:cubicBezTo>
                    <a:pt x="2534828" y="1044171"/>
                    <a:pt x="2358543" y="836820"/>
                    <a:pt x="2124195" y="788865"/>
                  </a:cubicBezTo>
                  <a:close/>
                  <a:moveTo>
                    <a:pt x="1656611" y="388918"/>
                  </a:moveTo>
                  <a:cubicBezTo>
                    <a:pt x="1479858" y="388918"/>
                    <a:pt x="1336571" y="532204"/>
                    <a:pt x="1336571" y="708957"/>
                  </a:cubicBezTo>
                  <a:cubicBezTo>
                    <a:pt x="1336571" y="885710"/>
                    <a:pt x="1479858" y="1028997"/>
                    <a:pt x="1656611" y="1028997"/>
                  </a:cubicBezTo>
                  <a:cubicBezTo>
                    <a:pt x="1833364" y="1028997"/>
                    <a:pt x="1976651" y="885710"/>
                    <a:pt x="1976651" y="708957"/>
                  </a:cubicBezTo>
                  <a:cubicBezTo>
                    <a:pt x="1976651" y="532204"/>
                    <a:pt x="1833364" y="388918"/>
                    <a:pt x="1656611" y="388918"/>
                  </a:cubicBezTo>
                  <a:close/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2269704"/>
                  </a:lnTo>
                  <a:lnTo>
                    <a:pt x="2779746" y="2269704"/>
                  </a:lnTo>
                  <a:cubicBezTo>
                    <a:pt x="2725061" y="2269704"/>
                    <a:pt x="2678141" y="2302952"/>
                    <a:pt x="2658099" y="2350337"/>
                  </a:cubicBezTo>
                  <a:lnTo>
                    <a:pt x="2647724" y="2401726"/>
                  </a:lnTo>
                  <a:lnTo>
                    <a:pt x="2658099" y="2453114"/>
                  </a:lnTo>
                  <a:cubicBezTo>
                    <a:pt x="2678141" y="2500499"/>
                    <a:pt x="2725061" y="2533747"/>
                    <a:pt x="2779746" y="2533747"/>
                  </a:cubicBezTo>
                  <a:lnTo>
                    <a:pt x="3313224" y="2533748"/>
                  </a:lnTo>
                  <a:lnTo>
                    <a:pt x="3313224" y="2658691"/>
                  </a:lnTo>
                  <a:lnTo>
                    <a:pt x="3097881" y="2658691"/>
                  </a:lnTo>
                  <a:cubicBezTo>
                    <a:pt x="3043196" y="2658691"/>
                    <a:pt x="2996276" y="2691939"/>
                    <a:pt x="2976234" y="2739324"/>
                  </a:cubicBezTo>
                  <a:lnTo>
                    <a:pt x="2965859" y="2790713"/>
                  </a:lnTo>
                  <a:lnTo>
                    <a:pt x="2965859" y="2790712"/>
                  </a:lnTo>
                  <a:lnTo>
                    <a:pt x="2965859" y="2790713"/>
                  </a:lnTo>
                  <a:lnTo>
                    <a:pt x="2965859" y="2790713"/>
                  </a:lnTo>
                  <a:lnTo>
                    <a:pt x="2976234" y="2842101"/>
                  </a:lnTo>
                  <a:cubicBezTo>
                    <a:pt x="2996276" y="2889486"/>
                    <a:pt x="3043196" y="2922734"/>
                    <a:pt x="3097881" y="2922734"/>
                  </a:cubicBezTo>
                  <a:lnTo>
                    <a:pt x="3313224" y="2922735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2816165" y="3964753"/>
                  </a:lnTo>
                  <a:lnTo>
                    <a:pt x="2817268" y="3959290"/>
                  </a:lnTo>
                  <a:lnTo>
                    <a:pt x="2817269" y="3959290"/>
                  </a:lnTo>
                  <a:cubicBezTo>
                    <a:pt x="2817269" y="3886376"/>
                    <a:pt x="2758161" y="3827268"/>
                    <a:pt x="2685247" y="3827268"/>
                  </a:cubicBezTo>
                  <a:lnTo>
                    <a:pt x="910417" y="3827268"/>
                  </a:lnTo>
                  <a:cubicBezTo>
                    <a:pt x="855732" y="3827268"/>
                    <a:pt x="808812" y="3860517"/>
                    <a:pt x="788770" y="3907901"/>
                  </a:cubicBezTo>
                  <a:lnTo>
                    <a:pt x="778395" y="3959290"/>
                  </a:lnTo>
                  <a:lnTo>
                    <a:pt x="779498" y="3964753"/>
                  </a:ln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2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53A88"/>
                </a:gs>
                <a:gs pos="0">
                  <a:srgbClr val="CC2B5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AF0D295-3427-DF7B-D63F-DDE0730A1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609" y="3642668"/>
            <a:ext cx="2109399" cy="25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6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0311FA6-B39F-C95A-7AB7-8C9099852F79}"/>
              </a:ext>
            </a:extLst>
          </p:cNvPr>
          <p:cNvGrpSpPr/>
          <p:nvPr/>
        </p:nvGrpSpPr>
        <p:grpSpPr>
          <a:xfrm flipH="1">
            <a:off x="2720554" y="1078267"/>
            <a:ext cx="3289013" cy="3964753"/>
            <a:chOff x="2006191" y="1355912"/>
            <a:chExt cx="3313224" cy="396475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CB75AE-5082-33A2-45B4-92CA71B863AA}"/>
                </a:ext>
              </a:extLst>
            </p:cNvPr>
            <p:cNvSpPr/>
            <p:nvPr/>
          </p:nvSpPr>
          <p:spPr>
            <a:xfrm>
              <a:off x="2006191" y="1355912"/>
              <a:ext cx="3313224" cy="3964753"/>
            </a:xfrm>
            <a:custGeom>
              <a:avLst/>
              <a:gdLst>
                <a:gd name="connsiteX0" fmla="*/ 190411 w 3313224"/>
                <a:gd name="connsiteY0" fmla="*/ 0 h 3964753"/>
                <a:gd name="connsiteX1" fmla="*/ 2536476 w 3313224"/>
                <a:gd name="connsiteY1" fmla="*/ 0 h 3964753"/>
                <a:gd name="connsiteX2" fmla="*/ 2536476 w 3313224"/>
                <a:gd name="connsiteY2" fmla="*/ 586335 h 3964753"/>
                <a:gd name="connsiteX3" fmla="*/ 2726887 w 3313224"/>
                <a:gd name="connsiteY3" fmla="*/ 776746 h 3964753"/>
                <a:gd name="connsiteX4" fmla="*/ 3313224 w 3313224"/>
                <a:gd name="connsiteY4" fmla="*/ 776746 h 3964753"/>
                <a:gd name="connsiteX5" fmla="*/ 3313224 w 3313224"/>
                <a:gd name="connsiteY5" fmla="*/ 3774342 h 3964753"/>
                <a:gd name="connsiteX6" fmla="*/ 3122813 w 3313224"/>
                <a:gd name="connsiteY6" fmla="*/ 3964753 h 3964753"/>
                <a:gd name="connsiteX7" fmla="*/ 190411 w 3313224"/>
                <a:gd name="connsiteY7" fmla="*/ 3964753 h 3964753"/>
                <a:gd name="connsiteX8" fmla="*/ 0 w 3313224"/>
                <a:gd name="connsiteY8" fmla="*/ 3774342 h 3964753"/>
                <a:gd name="connsiteX9" fmla="*/ 0 w 3313224"/>
                <a:gd name="connsiteY9" fmla="*/ 190411 h 3964753"/>
                <a:gd name="connsiteX10" fmla="*/ 190411 w 3313224"/>
                <a:gd name="connsiteY1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3224" h="3964753"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1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chemeClr val="tx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8AC167-E9DC-B466-DFBE-FF40D0E57809}"/>
                </a:ext>
              </a:extLst>
            </p:cNvPr>
            <p:cNvSpPr/>
            <p:nvPr/>
          </p:nvSpPr>
          <p:spPr>
            <a:xfrm>
              <a:off x="4657951" y="136287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BDB9FAF-B8A8-95D0-590F-99AAC70EDAAB}"/>
              </a:ext>
            </a:extLst>
          </p:cNvPr>
          <p:cNvSpPr/>
          <p:nvPr/>
        </p:nvSpPr>
        <p:spPr>
          <a:xfrm>
            <a:off x="8391220" y="1085082"/>
            <a:ext cx="1082563" cy="2640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4F30B1-06C2-9445-E5C3-A8906B0E18CB}"/>
              </a:ext>
            </a:extLst>
          </p:cNvPr>
          <p:cNvSpPr/>
          <p:nvPr/>
        </p:nvSpPr>
        <p:spPr>
          <a:xfrm>
            <a:off x="9590755" y="1475683"/>
            <a:ext cx="1394983" cy="2640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8AC5366-3275-46A9-F67B-E894F7A1575E}"/>
              </a:ext>
            </a:extLst>
          </p:cNvPr>
          <p:cNvSpPr/>
          <p:nvPr/>
        </p:nvSpPr>
        <p:spPr>
          <a:xfrm rot="5400000">
            <a:off x="5889281" y="2950159"/>
            <a:ext cx="1595146" cy="673184"/>
          </a:xfrm>
          <a:custGeom>
            <a:avLst/>
            <a:gdLst>
              <a:gd name="connsiteX0" fmla="*/ 0 w 2038871"/>
              <a:gd name="connsiteY0" fmla="*/ 673184 h 673184"/>
              <a:gd name="connsiteX1" fmla="*/ 0 w 2038871"/>
              <a:gd name="connsiteY1" fmla="*/ 575979 h 673184"/>
              <a:gd name="connsiteX2" fmla="*/ 11698 w 2038871"/>
              <a:gd name="connsiteY2" fmla="*/ 459939 h 673184"/>
              <a:gd name="connsiteX3" fmla="*/ 576023 w 2038871"/>
              <a:gd name="connsiteY3" fmla="*/ 0 h 673184"/>
              <a:gd name="connsiteX4" fmla="*/ 2038871 w 2038871"/>
              <a:gd name="connsiteY4" fmla="*/ 0 h 673184"/>
              <a:gd name="connsiteX5" fmla="*/ 2038871 w 2038871"/>
              <a:gd name="connsiteY5" fmla="*/ 673184 h 673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8871" h="673184">
                <a:moveTo>
                  <a:pt x="0" y="673184"/>
                </a:moveTo>
                <a:lnTo>
                  <a:pt x="0" y="575979"/>
                </a:lnTo>
                <a:lnTo>
                  <a:pt x="11698" y="459939"/>
                </a:lnTo>
                <a:cubicBezTo>
                  <a:pt x="65411" y="197453"/>
                  <a:pt x="297659" y="0"/>
                  <a:pt x="576023" y="0"/>
                </a:cubicBezTo>
                <a:lnTo>
                  <a:pt x="2038871" y="0"/>
                </a:lnTo>
                <a:lnTo>
                  <a:pt x="2038871" y="6731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B47CFF4-DF76-A1FF-ECA9-7FC1797174B0}"/>
              </a:ext>
            </a:extLst>
          </p:cNvPr>
          <p:cNvSpPr/>
          <p:nvPr/>
        </p:nvSpPr>
        <p:spPr>
          <a:xfrm>
            <a:off x="8391220" y="697708"/>
            <a:ext cx="751093" cy="2640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5435D51-BA21-A376-391E-A886C4A253B1}"/>
              </a:ext>
            </a:extLst>
          </p:cNvPr>
          <p:cNvSpPr/>
          <p:nvPr/>
        </p:nvSpPr>
        <p:spPr>
          <a:xfrm rot="5400000">
            <a:off x="8296663" y="3172019"/>
            <a:ext cx="2038871" cy="673185"/>
          </a:xfrm>
          <a:custGeom>
            <a:avLst/>
            <a:gdLst>
              <a:gd name="connsiteX0" fmla="*/ 0 w 2038871"/>
              <a:gd name="connsiteY0" fmla="*/ 673185 h 673185"/>
              <a:gd name="connsiteX1" fmla="*/ 0 w 2038871"/>
              <a:gd name="connsiteY1" fmla="*/ 508925 h 673185"/>
              <a:gd name="connsiteX2" fmla="*/ 10336 w 2038871"/>
              <a:gd name="connsiteY2" fmla="*/ 406399 h 673185"/>
              <a:gd name="connsiteX3" fmla="*/ 508969 w 2038871"/>
              <a:gd name="connsiteY3" fmla="*/ 0 h 673185"/>
              <a:gd name="connsiteX4" fmla="*/ 2038871 w 2038871"/>
              <a:gd name="connsiteY4" fmla="*/ 0 h 673185"/>
              <a:gd name="connsiteX5" fmla="*/ 2038871 w 2038871"/>
              <a:gd name="connsiteY5" fmla="*/ 673185 h 673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8871" h="673185">
                <a:moveTo>
                  <a:pt x="0" y="673185"/>
                </a:moveTo>
                <a:lnTo>
                  <a:pt x="0" y="508925"/>
                </a:lnTo>
                <a:lnTo>
                  <a:pt x="10336" y="406399"/>
                </a:lnTo>
                <a:cubicBezTo>
                  <a:pt x="57796" y="174469"/>
                  <a:pt x="263008" y="0"/>
                  <a:pt x="508969" y="0"/>
                </a:cubicBezTo>
                <a:lnTo>
                  <a:pt x="2038871" y="0"/>
                </a:lnTo>
                <a:lnTo>
                  <a:pt x="2038871" y="673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5C694E-3919-B688-45E8-82D0673774E1}"/>
              </a:ext>
            </a:extLst>
          </p:cNvPr>
          <p:cNvSpPr/>
          <p:nvPr/>
        </p:nvSpPr>
        <p:spPr>
          <a:xfrm>
            <a:off x="6930857" y="2152582"/>
            <a:ext cx="673185" cy="6731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4544F3-0A81-957D-1C7D-3C751228B6F7}"/>
              </a:ext>
            </a:extLst>
          </p:cNvPr>
          <p:cNvSpPr/>
          <p:nvPr/>
        </p:nvSpPr>
        <p:spPr>
          <a:xfrm>
            <a:off x="9615176" y="2152583"/>
            <a:ext cx="673185" cy="6731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EC3CD5-4026-E963-47D7-E78736DBC29C}"/>
              </a:ext>
            </a:extLst>
          </p:cNvPr>
          <p:cNvSpPr/>
          <p:nvPr/>
        </p:nvSpPr>
        <p:spPr>
          <a:xfrm>
            <a:off x="6451898" y="846138"/>
            <a:ext cx="296374" cy="2963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8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591731C-3711-9BDB-1590-5EDDAD27809C}"/>
              </a:ext>
            </a:extLst>
          </p:cNvPr>
          <p:cNvGrpSpPr/>
          <p:nvPr/>
        </p:nvGrpSpPr>
        <p:grpSpPr>
          <a:xfrm>
            <a:off x="561504" y="1079986"/>
            <a:ext cx="6577036" cy="4062289"/>
            <a:chOff x="2496984" y="1079985"/>
            <a:chExt cx="6577036" cy="406228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E327AC1-1097-A9BD-DCB3-30238843A533}"/>
                </a:ext>
              </a:extLst>
            </p:cNvPr>
            <p:cNvSpPr/>
            <p:nvPr/>
          </p:nvSpPr>
          <p:spPr>
            <a:xfrm rot="16200000" flipV="1">
              <a:off x="7333040" y="3981621"/>
              <a:ext cx="193442" cy="1934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C05F97A-B354-B14C-D388-A919A66C2A75}"/>
                </a:ext>
              </a:extLst>
            </p:cNvPr>
            <p:cNvSpPr/>
            <p:nvPr/>
          </p:nvSpPr>
          <p:spPr>
            <a:xfrm rot="16200000" flipV="1">
              <a:off x="7139598" y="3981621"/>
              <a:ext cx="193442" cy="1934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932198-0AD5-AC40-11B9-713F190E9071}"/>
                </a:ext>
              </a:extLst>
            </p:cNvPr>
            <p:cNvSpPr/>
            <p:nvPr/>
          </p:nvSpPr>
          <p:spPr>
            <a:xfrm rot="16200000" flipV="1">
              <a:off x="7139598" y="3594736"/>
              <a:ext cx="386884" cy="3868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EF162D2-D3A9-7FF1-9B29-52185D1B8AF0}"/>
                </a:ext>
              </a:extLst>
            </p:cNvPr>
            <p:cNvSpPr/>
            <p:nvPr/>
          </p:nvSpPr>
          <p:spPr>
            <a:xfrm rot="16200000" flipV="1">
              <a:off x="6559272" y="3594736"/>
              <a:ext cx="580326" cy="5803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31D28C-858E-DEDB-BDEC-5E7A6355A04B}"/>
                </a:ext>
              </a:extLst>
            </p:cNvPr>
            <p:cNvSpPr/>
            <p:nvPr/>
          </p:nvSpPr>
          <p:spPr>
            <a:xfrm rot="16200000" flipV="1">
              <a:off x="6559272" y="4175063"/>
              <a:ext cx="967211" cy="9672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643B2D6-15AF-AAD3-8D1F-3FBC51515B2F}"/>
                </a:ext>
              </a:extLst>
            </p:cNvPr>
            <p:cNvSpPr/>
            <p:nvPr/>
          </p:nvSpPr>
          <p:spPr>
            <a:xfrm rot="16200000" flipV="1">
              <a:off x="7526482" y="3594736"/>
              <a:ext cx="1547537" cy="154753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F7637A-1B11-0E93-5A82-9E59F00E25B3}"/>
                </a:ext>
              </a:extLst>
            </p:cNvPr>
            <p:cNvSpPr/>
            <p:nvPr/>
          </p:nvSpPr>
          <p:spPr>
            <a:xfrm rot="16200000" flipV="1">
              <a:off x="6559272" y="1079988"/>
              <a:ext cx="2514748" cy="25147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C2F04E-4D51-9CB4-551D-6EE92E6A4C63}"/>
                </a:ext>
              </a:extLst>
            </p:cNvPr>
            <p:cNvSpPr/>
            <p:nvPr/>
          </p:nvSpPr>
          <p:spPr>
            <a:xfrm rot="16200000" flipV="1">
              <a:off x="2496984" y="1079985"/>
              <a:ext cx="4062287" cy="4062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EDA938A-EC55-EC9D-3BD3-D22BD78080A9}"/>
              </a:ext>
            </a:extLst>
          </p:cNvPr>
          <p:cNvSpPr/>
          <p:nvPr/>
        </p:nvSpPr>
        <p:spPr>
          <a:xfrm>
            <a:off x="9654346" y="1079986"/>
            <a:ext cx="1547537" cy="2514748"/>
          </a:xfrm>
          <a:custGeom>
            <a:avLst/>
            <a:gdLst>
              <a:gd name="connsiteX0" fmla="*/ 0 w 1547537"/>
              <a:gd name="connsiteY0" fmla="*/ 0 h 2514748"/>
              <a:gd name="connsiteX1" fmla="*/ 285280 w 1547537"/>
              <a:gd name="connsiteY1" fmla="*/ 0 h 2514748"/>
              <a:gd name="connsiteX2" fmla="*/ 285292 w 1547537"/>
              <a:gd name="connsiteY2" fmla="*/ 249 h 2514748"/>
              <a:gd name="connsiteX3" fmla="*/ 290164 w 1547537"/>
              <a:gd name="connsiteY3" fmla="*/ 3 h 2514748"/>
              <a:gd name="connsiteX4" fmla="*/ 1541046 w 1547537"/>
              <a:gd name="connsiteY4" fmla="*/ 1128818 h 2514748"/>
              <a:gd name="connsiteX5" fmla="*/ 1547537 w 1547537"/>
              <a:gd name="connsiteY5" fmla="*/ 1257357 h 2514748"/>
              <a:gd name="connsiteX6" fmla="*/ 1547537 w 1547537"/>
              <a:gd name="connsiteY6" fmla="*/ 2514748 h 2514748"/>
              <a:gd name="connsiteX7" fmla="*/ 0 w 1547537"/>
              <a:gd name="connsiteY7" fmla="*/ 2514748 h 251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7537" h="2514748">
                <a:moveTo>
                  <a:pt x="0" y="0"/>
                </a:moveTo>
                <a:lnTo>
                  <a:pt x="285280" y="0"/>
                </a:lnTo>
                <a:lnTo>
                  <a:pt x="285292" y="249"/>
                </a:lnTo>
                <a:lnTo>
                  <a:pt x="290164" y="3"/>
                </a:lnTo>
                <a:cubicBezTo>
                  <a:pt x="941190" y="3"/>
                  <a:pt x="1476656" y="494779"/>
                  <a:pt x="1541046" y="1128818"/>
                </a:cubicBezTo>
                <a:lnTo>
                  <a:pt x="1547537" y="1257357"/>
                </a:lnTo>
                <a:lnTo>
                  <a:pt x="1547537" y="2514748"/>
                </a:lnTo>
                <a:lnTo>
                  <a:pt x="0" y="251474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9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 hidden="1">
            <a:extLst>
              <a:ext uri="{FF2B5EF4-FFF2-40B4-BE49-F238E27FC236}">
                <a16:creationId xmlns:a16="http://schemas.microsoft.com/office/drawing/2014/main" id="{3A6BA0C3-88A7-9DE4-CBAF-35C607BE7E5B}"/>
              </a:ext>
            </a:extLst>
          </p:cNvPr>
          <p:cNvGrpSpPr/>
          <p:nvPr/>
        </p:nvGrpSpPr>
        <p:grpSpPr>
          <a:xfrm>
            <a:off x="422319" y="1023363"/>
            <a:ext cx="3488724" cy="4748544"/>
            <a:chOff x="422319" y="1023363"/>
            <a:chExt cx="3488724" cy="4748544"/>
          </a:xfrm>
        </p:grpSpPr>
        <p:sp>
          <p:nvSpPr>
            <p:cNvPr id="4" name="dot1">
              <a:extLst>
                <a:ext uri="{FF2B5EF4-FFF2-40B4-BE49-F238E27FC236}">
                  <a16:creationId xmlns:a16="http://schemas.microsoft.com/office/drawing/2014/main" id="{6A6B8D08-2969-39AF-99EB-76B273650611}"/>
                </a:ext>
              </a:extLst>
            </p:cNvPr>
            <p:cNvSpPr/>
            <p:nvPr/>
          </p:nvSpPr>
          <p:spPr>
            <a:xfrm rot="16200000" flipV="1">
              <a:off x="3329589" y="5190453"/>
              <a:ext cx="581454" cy="5814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r1">
              <a:extLst>
                <a:ext uri="{FF2B5EF4-FFF2-40B4-BE49-F238E27FC236}">
                  <a16:creationId xmlns:a16="http://schemas.microsoft.com/office/drawing/2014/main" id="{B61E0F3E-17D2-8E31-F0E5-F55C00AFF07D}"/>
                </a:ext>
              </a:extLst>
            </p:cNvPr>
            <p:cNvSpPr/>
            <p:nvPr/>
          </p:nvSpPr>
          <p:spPr>
            <a:xfrm rot="16200000" flipV="1">
              <a:off x="1779045" y="1023363"/>
              <a:ext cx="1550544" cy="15505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1">
              <a:extLst>
                <a:ext uri="{FF2B5EF4-FFF2-40B4-BE49-F238E27FC236}">
                  <a16:creationId xmlns:a16="http://schemas.microsoft.com/office/drawing/2014/main" id="{4660D9C6-E2A6-045F-E827-002EE67FEBEA}"/>
                </a:ext>
              </a:extLst>
            </p:cNvPr>
            <p:cNvSpPr/>
            <p:nvPr/>
          </p:nvSpPr>
          <p:spPr>
            <a:xfrm>
              <a:off x="422319" y="1701726"/>
              <a:ext cx="1550544" cy="4070181"/>
            </a:xfrm>
            <a:custGeom>
              <a:avLst/>
              <a:gdLst>
                <a:gd name="connsiteX0" fmla="*/ 0 w 1547537"/>
                <a:gd name="connsiteY0" fmla="*/ 0 h 4062288"/>
                <a:gd name="connsiteX1" fmla="*/ 285279 w 1547537"/>
                <a:gd name="connsiteY1" fmla="*/ 0 h 4062288"/>
                <a:gd name="connsiteX2" fmla="*/ 285292 w 1547537"/>
                <a:gd name="connsiteY2" fmla="*/ 250 h 4062288"/>
                <a:gd name="connsiteX3" fmla="*/ 290164 w 1547537"/>
                <a:gd name="connsiteY3" fmla="*/ 4 h 4062288"/>
                <a:gd name="connsiteX4" fmla="*/ 1541046 w 1547537"/>
                <a:gd name="connsiteY4" fmla="*/ 1128819 h 4062288"/>
                <a:gd name="connsiteX5" fmla="*/ 1547537 w 1547537"/>
                <a:gd name="connsiteY5" fmla="*/ 1257358 h 4062288"/>
                <a:gd name="connsiteX6" fmla="*/ 1547537 w 1547537"/>
                <a:gd name="connsiteY6" fmla="*/ 4062288 h 4062288"/>
                <a:gd name="connsiteX7" fmla="*/ 0 w 1547537"/>
                <a:gd name="connsiteY7" fmla="*/ 4062288 h 406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7537" h="4062288">
                  <a:moveTo>
                    <a:pt x="0" y="0"/>
                  </a:moveTo>
                  <a:lnTo>
                    <a:pt x="285279" y="0"/>
                  </a:lnTo>
                  <a:lnTo>
                    <a:pt x="285292" y="250"/>
                  </a:lnTo>
                  <a:lnTo>
                    <a:pt x="290164" y="4"/>
                  </a:lnTo>
                  <a:cubicBezTo>
                    <a:pt x="941190" y="4"/>
                    <a:pt x="1476656" y="494780"/>
                    <a:pt x="1541046" y="1128819"/>
                  </a:cubicBezTo>
                  <a:lnTo>
                    <a:pt x="1547537" y="1257358"/>
                  </a:lnTo>
                  <a:lnTo>
                    <a:pt x="1547537" y="4062288"/>
                  </a:lnTo>
                  <a:lnTo>
                    <a:pt x="0" y="40622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261E565-4C21-F482-193E-E3EB4E412A2E}"/>
              </a:ext>
            </a:extLst>
          </p:cNvPr>
          <p:cNvGrpSpPr/>
          <p:nvPr/>
        </p:nvGrpSpPr>
        <p:grpSpPr>
          <a:xfrm>
            <a:off x="10171706" y="268494"/>
            <a:ext cx="1725327" cy="1727825"/>
            <a:chOff x="6730415" y="926452"/>
            <a:chExt cx="4838448" cy="484545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4F2B009-852B-5CD1-8C4D-8AB169419D22}"/>
                </a:ext>
              </a:extLst>
            </p:cNvPr>
            <p:cNvSpPr/>
            <p:nvPr/>
          </p:nvSpPr>
          <p:spPr>
            <a:xfrm>
              <a:off x="6730415" y="1701725"/>
              <a:ext cx="1550544" cy="407018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4702A76-03FC-7D36-F359-521C7FDFFD85}"/>
                </a:ext>
              </a:extLst>
            </p:cNvPr>
            <p:cNvSpPr/>
            <p:nvPr/>
          </p:nvSpPr>
          <p:spPr>
            <a:xfrm>
              <a:off x="8467775" y="926452"/>
              <a:ext cx="1550544" cy="155054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BB33883-94E3-117F-014D-E514ED45EED7}"/>
                </a:ext>
              </a:extLst>
            </p:cNvPr>
            <p:cNvSpPr/>
            <p:nvPr/>
          </p:nvSpPr>
          <p:spPr>
            <a:xfrm>
              <a:off x="10018319" y="4221361"/>
              <a:ext cx="1550544" cy="1550545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D0ED3D1-845F-41C5-6367-1956C4B35B26}"/>
                </a:ext>
              </a:extLst>
            </p:cNvPr>
            <p:cNvSpPr/>
            <p:nvPr/>
          </p:nvSpPr>
          <p:spPr>
            <a:xfrm>
              <a:off x="6730416" y="1701725"/>
              <a:ext cx="1550544" cy="2016836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7D76156-2ADA-3229-5F7C-B0889FC9902A}"/>
                </a:ext>
              </a:extLst>
            </p:cNvPr>
            <p:cNvSpPr/>
            <p:nvPr/>
          </p:nvSpPr>
          <p:spPr>
            <a:xfrm>
              <a:off x="7511845" y="3755070"/>
              <a:ext cx="769113" cy="2016836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6AB3646-7854-E163-23DB-6EBD3B987654}"/>
                </a:ext>
              </a:extLst>
            </p:cNvPr>
            <p:cNvSpPr/>
            <p:nvPr/>
          </p:nvSpPr>
          <p:spPr>
            <a:xfrm>
              <a:off x="8467775" y="926452"/>
              <a:ext cx="859080" cy="1550545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1F6401B-5EA3-D194-26E5-B23FB675153D}"/>
                </a:ext>
              </a:extLst>
            </p:cNvPr>
            <p:cNvSpPr/>
            <p:nvPr/>
          </p:nvSpPr>
          <p:spPr>
            <a:xfrm>
              <a:off x="8467775" y="1701725"/>
              <a:ext cx="1550544" cy="775272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: Rounded Corners 54" hidden="1">
            <a:extLst>
              <a:ext uri="{FF2B5EF4-FFF2-40B4-BE49-F238E27FC236}">
                <a16:creationId xmlns:a16="http://schemas.microsoft.com/office/drawing/2014/main" id="{2EC052FD-A662-6E96-4010-6F8CF6FB1AEE}"/>
              </a:ext>
            </a:extLst>
          </p:cNvPr>
          <p:cNvSpPr/>
          <p:nvPr/>
        </p:nvSpPr>
        <p:spPr>
          <a:xfrm>
            <a:off x="8834331" y="3902051"/>
            <a:ext cx="568750" cy="1889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22BDC9-C9B5-B956-1EFA-AB430A9071FE}"/>
              </a:ext>
            </a:extLst>
          </p:cNvPr>
          <p:cNvGrpSpPr/>
          <p:nvPr/>
        </p:nvGrpSpPr>
        <p:grpSpPr>
          <a:xfrm rot="13500000">
            <a:off x="968012" y="3271642"/>
            <a:ext cx="3694497" cy="403120"/>
            <a:chOff x="-1142229" y="2612280"/>
            <a:chExt cx="14736309" cy="1607934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8F89F3B-4F17-68E7-9901-D0C32CC1E98B}"/>
                </a:ext>
              </a:extLst>
            </p:cNvPr>
            <p:cNvSpPr/>
            <p:nvPr/>
          </p:nvSpPr>
          <p:spPr>
            <a:xfrm>
              <a:off x="8565090" y="2612280"/>
              <a:ext cx="5028990" cy="120615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E78E0F6-40D0-1BEF-190A-3EF020E3D81F}"/>
                </a:ext>
              </a:extLst>
            </p:cNvPr>
            <p:cNvSpPr/>
            <p:nvPr/>
          </p:nvSpPr>
          <p:spPr>
            <a:xfrm>
              <a:off x="-1142229" y="2615454"/>
              <a:ext cx="9464426" cy="1209033"/>
            </a:xfrm>
            <a:custGeom>
              <a:avLst/>
              <a:gdLst>
                <a:gd name="connsiteX0" fmla="*/ 1194119 w 9464426"/>
                <a:gd name="connsiteY0" fmla="*/ 0 h 1209033"/>
                <a:gd name="connsiteX1" fmla="*/ 3868740 w 9464426"/>
                <a:gd name="connsiteY1" fmla="*/ 1905 h 1209033"/>
                <a:gd name="connsiteX2" fmla="*/ 3878432 w 9464426"/>
                <a:gd name="connsiteY2" fmla="*/ 2882 h 1209033"/>
                <a:gd name="connsiteX3" fmla="*/ 9251818 w 9464426"/>
                <a:gd name="connsiteY3" fmla="*/ 2882 h 1209033"/>
                <a:gd name="connsiteX4" fmla="*/ 9464426 w 9464426"/>
                <a:gd name="connsiteY4" fmla="*/ 215490 h 1209033"/>
                <a:gd name="connsiteX5" fmla="*/ 9464426 w 9464426"/>
                <a:gd name="connsiteY5" fmla="*/ 996425 h 1209033"/>
                <a:gd name="connsiteX6" fmla="*/ 9251818 w 9464426"/>
                <a:gd name="connsiteY6" fmla="*/ 1209033 h 1209033"/>
                <a:gd name="connsiteX7" fmla="*/ 1640967 w 9464426"/>
                <a:gd name="connsiteY7" fmla="*/ 1209033 h 1209033"/>
                <a:gd name="connsiteX8" fmla="*/ 1631267 w 9464426"/>
                <a:gd name="connsiteY8" fmla="*/ 1208055 h 1209033"/>
                <a:gd name="connsiteX9" fmla="*/ 1196024 w 9464426"/>
                <a:gd name="connsiteY9" fmla="*/ 1208055 h 1209033"/>
                <a:gd name="connsiteX10" fmla="*/ 34783 w 9464426"/>
                <a:gd name="connsiteY10" fmla="*/ 656415 h 1209033"/>
                <a:gd name="connsiteX11" fmla="*/ 33618 w 9464426"/>
                <a:gd name="connsiteY11" fmla="*/ 653159 h 1209033"/>
                <a:gd name="connsiteX12" fmla="*/ 12999 w 9464426"/>
                <a:gd name="connsiteY12" fmla="*/ 644619 h 1209033"/>
                <a:gd name="connsiteX13" fmla="*/ 0 w 9464426"/>
                <a:gd name="connsiteY13" fmla="*/ 613236 h 1209033"/>
                <a:gd name="connsiteX14" fmla="*/ 12999 w 9464426"/>
                <a:gd name="connsiteY14" fmla="*/ 581853 h 1209033"/>
                <a:gd name="connsiteX15" fmla="*/ 31701 w 9464426"/>
                <a:gd name="connsiteY15" fmla="*/ 574107 h 1209033"/>
                <a:gd name="connsiteX16" fmla="*/ 32878 w 9464426"/>
                <a:gd name="connsiteY16" fmla="*/ 570691 h 1209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464426" h="1209033">
                  <a:moveTo>
                    <a:pt x="1194119" y="0"/>
                  </a:moveTo>
                  <a:lnTo>
                    <a:pt x="3868740" y="1905"/>
                  </a:lnTo>
                  <a:lnTo>
                    <a:pt x="3878432" y="2882"/>
                  </a:lnTo>
                  <a:lnTo>
                    <a:pt x="9251818" y="2882"/>
                  </a:lnTo>
                  <a:cubicBezTo>
                    <a:pt x="9369238" y="2882"/>
                    <a:pt x="9464426" y="98070"/>
                    <a:pt x="9464426" y="215490"/>
                  </a:cubicBezTo>
                  <a:lnTo>
                    <a:pt x="9464426" y="996425"/>
                  </a:lnTo>
                  <a:cubicBezTo>
                    <a:pt x="9464426" y="1113845"/>
                    <a:pt x="9369238" y="1209033"/>
                    <a:pt x="9251818" y="1209033"/>
                  </a:cubicBezTo>
                  <a:lnTo>
                    <a:pt x="1640967" y="1209033"/>
                  </a:lnTo>
                  <a:lnTo>
                    <a:pt x="1631267" y="1208055"/>
                  </a:lnTo>
                  <a:lnTo>
                    <a:pt x="1196024" y="1208055"/>
                  </a:lnTo>
                  <a:cubicBezTo>
                    <a:pt x="83809" y="680371"/>
                    <a:pt x="1141588" y="1185699"/>
                    <a:pt x="34783" y="656415"/>
                  </a:cubicBezTo>
                  <a:lnTo>
                    <a:pt x="33618" y="653159"/>
                  </a:lnTo>
                  <a:lnTo>
                    <a:pt x="12999" y="644619"/>
                  </a:lnTo>
                  <a:cubicBezTo>
                    <a:pt x="4968" y="636588"/>
                    <a:pt x="0" y="625492"/>
                    <a:pt x="0" y="613236"/>
                  </a:cubicBezTo>
                  <a:cubicBezTo>
                    <a:pt x="0" y="600980"/>
                    <a:pt x="4968" y="589885"/>
                    <a:pt x="12999" y="581853"/>
                  </a:cubicBezTo>
                  <a:lnTo>
                    <a:pt x="31701" y="574107"/>
                  </a:lnTo>
                  <a:lnTo>
                    <a:pt x="32878" y="57069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9A86E2E-5F16-0329-31EC-A3360EEA3A6E}"/>
                </a:ext>
              </a:extLst>
            </p:cNvPr>
            <p:cNvSpPr/>
            <p:nvPr/>
          </p:nvSpPr>
          <p:spPr>
            <a:xfrm>
              <a:off x="12192000" y="3818432"/>
              <a:ext cx="731520" cy="1889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4DCCD2C-C3BC-2F3C-8EC6-0202CBCEEA2B}"/>
                </a:ext>
              </a:extLst>
            </p:cNvPr>
            <p:cNvSpPr/>
            <p:nvPr/>
          </p:nvSpPr>
          <p:spPr>
            <a:xfrm>
              <a:off x="8565090" y="3996540"/>
              <a:ext cx="5028990" cy="2236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5D2B565-9D70-6781-A028-EA8660706C2C}"/>
                </a:ext>
              </a:extLst>
            </p:cNvPr>
            <p:cNvSpPr/>
            <p:nvPr/>
          </p:nvSpPr>
          <p:spPr>
            <a:xfrm>
              <a:off x="8429899" y="2612280"/>
              <a:ext cx="3175361" cy="1206151"/>
            </a:xfrm>
            <a:prstGeom prst="roundRect">
              <a:avLst>
                <a:gd name="adj" fmla="val 18057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325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543EF17-91F6-5D57-85EB-34D729296412}"/>
              </a:ext>
            </a:extLst>
          </p:cNvPr>
          <p:cNvGrpSpPr/>
          <p:nvPr/>
        </p:nvGrpSpPr>
        <p:grpSpPr>
          <a:xfrm flipH="1">
            <a:off x="6338824" y="1101416"/>
            <a:ext cx="3289013" cy="3964753"/>
            <a:chOff x="2006191" y="1355912"/>
            <a:chExt cx="3313224" cy="396475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C766B3-615F-389E-032E-C77504506588}"/>
                </a:ext>
              </a:extLst>
            </p:cNvPr>
            <p:cNvSpPr/>
            <p:nvPr/>
          </p:nvSpPr>
          <p:spPr>
            <a:xfrm>
              <a:off x="2006191" y="1355912"/>
              <a:ext cx="3313224" cy="3964753"/>
            </a:xfrm>
            <a:custGeom>
              <a:avLst/>
              <a:gdLst>
                <a:gd name="connsiteX0" fmla="*/ 190411 w 3313224"/>
                <a:gd name="connsiteY0" fmla="*/ 0 h 3964753"/>
                <a:gd name="connsiteX1" fmla="*/ 2536476 w 3313224"/>
                <a:gd name="connsiteY1" fmla="*/ 0 h 3964753"/>
                <a:gd name="connsiteX2" fmla="*/ 2536476 w 3313224"/>
                <a:gd name="connsiteY2" fmla="*/ 586335 h 3964753"/>
                <a:gd name="connsiteX3" fmla="*/ 2726887 w 3313224"/>
                <a:gd name="connsiteY3" fmla="*/ 776746 h 3964753"/>
                <a:gd name="connsiteX4" fmla="*/ 3313224 w 3313224"/>
                <a:gd name="connsiteY4" fmla="*/ 776746 h 3964753"/>
                <a:gd name="connsiteX5" fmla="*/ 3313224 w 3313224"/>
                <a:gd name="connsiteY5" fmla="*/ 3774342 h 3964753"/>
                <a:gd name="connsiteX6" fmla="*/ 3122813 w 3313224"/>
                <a:gd name="connsiteY6" fmla="*/ 3964753 h 3964753"/>
                <a:gd name="connsiteX7" fmla="*/ 190411 w 3313224"/>
                <a:gd name="connsiteY7" fmla="*/ 3964753 h 3964753"/>
                <a:gd name="connsiteX8" fmla="*/ 0 w 3313224"/>
                <a:gd name="connsiteY8" fmla="*/ 3774342 h 3964753"/>
                <a:gd name="connsiteX9" fmla="*/ 0 w 3313224"/>
                <a:gd name="connsiteY9" fmla="*/ 190411 h 3964753"/>
                <a:gd name="connsiteX10" fmla="*/ 190411 w 3313224"/>
                <a:gd name="connsiteY1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3224" h="3964753"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1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C55793-86BA-911C-01A4-862D9070F8D9}"/>
                </a:ext>
              </a:extLst>
            </p:cNvPr>
            <p:cNvSpPr/>
            <p:nvPr/>
          </p:nvSpPr>
          <p:spPr>
            <a:xfrm>
              <a:off x="4657951" y="136287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7B0892-15A0-6FFC-7A0E-C111EF5D8F68}"/>
              </a:ext>
            </a:extLst>
          </p:cNvPr>
          <p:cNvGrpSpPr/>
          <p:nvPr/>
        </p:nvGrpSpPr>
        <p:grpSpPr>
          <a:xfrm>
            <a:off x="7107320" y="2059387"/>
            <a:ext cx="1752019" cy="2048809"/>
            <a:chOff x="6139113" y="1341880"/>
            <a:chExt cx="3973264" cy="4646339"/>
          </a:xfrm>
          <a:solidFill>
            <a:schemeClr val="bg1"/>
          </a:solidFill>
        </p:grpSpPr>
        <p:sp>
          <p:nvSpPr>
            <p:cNvPr id="24" name="Oval r1">
              <a:extLst>
                <a:ext uri="{FF2B5EF4-FFF2-40B4-BE49-F238E27FC236}">
                  <a16:creationId xmlns:a16="http://schemas.microsoft.com/office/drawing/2014/main" id="{FFD3EAD7-CFF2-2C39-807C-77112C755530}"/>
                </a:ext>
              </a:extLst>
            </p:cNvPr>
            <p:cNvSpPr/>
            <p:nvPr/>
          </p:nvSpPr>
          <p:spPr>
            <a:xfrm rot="16200000" flipV="1">
              <a:off x="7689655" y="1341881"/>
              <a:ext cx="1550545" cy="155054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1">
              <a:extLst>
                <a:ext uri="{FF2B5EF4-FFF2-40B4-BE49-F238E27FC236}">
                  <a16:creationId xmlns:a16="http://schemas.microsoft.com/office/drawing/2014/main" id="{038DEBF5-8572-C020-7800-926B32B620D1}"/>
                </a:ext>
              </a:extLst>
            </p:cNvPr>
            <p:cNvSpPr/>
            <p:nvPr/>
          </p:nvSpPr>
          <p:spPr>
            <a:xfrm>
              <a:off x="6139113" y="1918036"/>
              <a:ext cx="1550544" cy="4070181"/>
            </a:xfrm>
            <a:custGeom>
              <a:avLst/>
              <a:gdLst>
                <a:gd name="connsiteX0" fmla="*/ 0 w 1547537"/>
                <a:gd name="connsiteY0" fmla="*/ 0 h 4062288"/>
                <a:gd name="connsiteX1" fmla="*/ 285279 w 1547537"/>
                <a:gd name="connsiteY1" fmla="*/ 0 h 4062288"/>
                <a:gd name="connsiteX2" fmla="*/ 285292 w 1547537"/>
                <a:gd name="connsiteY2" fmla="*/ 250 h 4062288"/>
                <a:gd name="connsiteX3" fmla="*/ 290164 w 1547537"/>
                <a:gd name="connsiteY3" fmla="*/ 4 h 4062288"/>
                <a:gd name="connsiteX4" fmla="*/ 1541046 w 1547537"/>
                <a:gd name="connsiteY4" fmla="*/ 1128819 h 4062288"/>
                <a:gd name="connsiteX5" fmla="*/ 1547537 w 1547537"/>
                <a:gd name="connsiteY5" fmla="*/ 1257358 h 4062288"/>
                <a:gd name="connsiteX6" fmla="*/ 1547537 w 1547537"/>
                <a:gd name="connsiteY6" fmla="*/ 4062288 h 4062288"/>
                <a:gd name="connsiteX7" fmla="*/ 0 w 1547537"/>
                <a:gd name="connsiteY7" fmla="*/ 4062288 h 406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7537" h="4062288">
                  <a:moveTo>
                    <a:pt x="0" y="0"/>
                  </a:moveTo>
                  <a:lnTo>
                    <a:pt x="285279" y="0"/>
                  </a:lnTo>
                  <a:lnTo>
                    <a:pt x="285292" y="250"/>
                  </a:lnTo>
                  <a:lnTo>
                    <a:pt x="290164" y="4"/>
                  </a:lnTo>
                  <a:cubicBezTo>
                    <a:pt x="941190" y="4"/>
                    <a:pt x="1476656" y="494780"/>
                    <a:pt x="1541046" y="1128819"/>
                  </a:cubicBezTo>
                  <a:lnTo>
                    <a:pt x="1547537" y="1257358"/>
                  </a:lnTo>
                  <a:lnTo>
                    <a:pt x="1547537" y="4062288"/>
                  </a:lnTo>
                  <a:lnTo>
                    <a:pt x="0" y="406228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r1">
              <a:extLst>
                <a:ext uri="{FF2B5EF4-FFF2-40B4-BE49-F238E27FC236}">
                  <a16:creationId xmlns:a16="http://schemas.microsoft.com/office/drawing/2014/main" id="{57D6EACE-4DC0-A613-98EA-13234BCB70B0}"/>
                </a:ext>
              </a:extLst>
            </p:cNvPr>
            <p:cNvSpPr/>
            <p:nvPr/>
          </p:nvSpPr>
          <p:spPr>
            <a:xfrm rot="16200000" flipV="1">
              <a:off x="9240198" y="5116039"/>
              <a:ext cx="872180" cy="8721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 hidden="1">
            <a:extLst>
              <a:ext uri="{FF2B5EF4-FFF2-40B4-BE49-F238E27FC236}">
                <a16:creationId xmlns:a16="http://schemas.microsoft.com/office/drawing/2014/main" id="{0A8D2E20-A4E3-5641-633E-5F5384CFD9C3}"/>
              </a:ext>
            </a:extLst>
          </p:cNvPr>
          <p:cNvGrpSpPr/>
          <p:nvPr/>
        </p:nvGrpSpPr>
        <p:grpSpPr>
          <a:xfrm flipH="1">
            <a:off x="1771217" y="1101415"/>
            <a:ext cx="3289013" cy="3964753"/>
            <a:chOff x="2006191" y="1355912"/>
            <a:chExt cx="3313224" cy="3964753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AEEEE53-80D5-8968-7A07-98D88DC0453C}"/>
                </a:ext>
              </a:extLst>
            </p:cNvPr>
            <p:cNvSpPr/>
            <p:nvPr/>
          </p:nvSpPr>
          <p:spPr>
            <a:xfrm>
              <a:off x="2006191" y="1355912"/>
              <a:ext cx="3313224" cy="3964753"/>
            </a:xfrm>
            <a:custGeom>
              <a:avLst/>
              <a:gdLst>
                <a:gd name="connsiteX0" fmla="*/ 190411 w 3313224"/>
                <a:gd name="connsiteY0" fmla="*/ 0 h 3964753"/>
                <a:gd name="connsiteX1" fmla="*/ 2536476 w 3313224"/>
                <a:gd name="connsiteY1" fmla="*/ 0 h 3964753"/>
                <a:gd name="connsiteX2" fmla="*/ 2536476 w 3313224"/>
                <a:gd name="connsiteY2" fmla="*/ 586335 h 3964753"/>
                <a:gd name="connsiteX3" fmla="*/ 2726887 w 3313224"/>
                <a:gd name="connsiteY3" fmla="*/ 776746 h 3964753"/>
                <a:gd name="connsiteX4" fmla="*/ 3313224 w 3313224"/>
                <a:gd name="connsiteY4" fmla="*/ 776746 h 3964753"/>
                <a:gd name="connsiteX5" fmla="*/ 3313224 w 3313224"/>
                <a:gd name="connsiteY5" fmla="*/ 3774342 h 3964753"/>
                <a:gd name="connsiteX6" fmla="*/ 3122813 w 3313224"/>
                <a:gd name="connsiteY6" fmla="*/ 3964753 h 3964753"/>
                <a:gd name="connsiteX7" fmla="*/ 190411 w 3313224"/>
                <a:gd name="connsiteY7" fmla="*/ 3964753 h 3964753"/>
                <a:gd name="connsiteX8" fmla="*/ 0 w 3313224"/>
                <a:gd name="connsiteY8" fmla="*/ 3774342 h 3964753"/>
                <a:gd name="connsiteX9" fmla="*/ 0 w 3313224"/>
                <a:gd name="connsiteY9" fmla="*/ 190411 h 3964753"/>
                <a:gd name="connsiteX10" fmla="*/ 190411 w 3313224"/>
                <a:gd name="connsiteY1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3224" h="3964753"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1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2AED370-6605-4B17-9B99-CDAC6ADEC038}"/>
                </a:ext>
              </a:extLst>
            </p:cNvPr>
            <p:cNvSpPr/>
            <p:nvPr/>
          </p:nvSpPr>
          <p:spPr>
            <a:xfrm>
              <a:off x="4657951" y="136287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3" name="Group 32" hidden="1">
            <a:extLst>
              <a:ext uri="{FF2B5EF4-FFF2-40B4-BE49-F238E27FC236}">
                <a16:creationId xmlns:a16="http://schemas.microsoft.com/office/drawing/2014/main" id="{2CFD7E9A-0C12-B81D-47C5-315C65B5D44D}"/>
              </a:ext>
            </a:extLst>
          </p:cNvPr>
          <p:cNvGrpSpPr/>
          <p:nvPr/>
        </p:nvGrpSpPr>
        <p:grpSpPr>
          <a:xfrm>
            <a:off x="2483569" y="2192245"/>
            <a:ext cx="1864308" cy="1783091"/>
            <a:chOff x="6730415" y="926452"/>
            <a:chExt cx="5066157" cy="4845454"/>
          </a:xfrm>
          <a:solidFill>
            <a:schemeClr val="bg1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7CCDFC3-AF05-951C-9408-386ED50DFEE8}"/>
                </a:ext>
              </a:extLst>
            </p:cNvPr>
            <p:cNvSpPr/>
            <p:nvPr/>
          </p:nvSpPr>
          <p:spPr>
            <a:xfrm>
              <a:off x="6730415" y="1701725"/>
              <a:ext cx="1550544" cy="407018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D33291F-A23C-DF13-DEFE-3925668D1045}"/>
                </a:ext>
              </a:extLst>
            </p:cNvPr>
            <p:cNvSpPr/>
            <p:nvPr/>
          </p:nvSpPr>
          <p:spPr>
            <a:xfrm>
              <a:off x="8496312" y="926452"/>
              <a:ext cx="1550545" cy="155054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28DB7A5-DB97-BFD4-7E00-1F79915BD3F1}"/>
                </a:ext>
              </a:extLst>
            </p:cNvPr>
            <p:cNvSpPr/>
            <p:nvPr/>
          </p:nvSpPr>
          <p:spPr>
            <a:xfrm>
              <a:off x="10246027" y="4221361"/>
              <a:ext cx="1550545" cy="1550545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8E27034-A79D-5313-E789-68C2511E8913}"/>
                </a:ext>
              </a:extLst>
            </p:cNvPr>
            <p:cNvSpPr/>
            <p:nvPr/>
          </p:nvSpPr>
          <p:spPr>
            <a:xfrm>
              <a:off x="6730416" y="1701725"/>
              <a:ext cx="1550544" cy="2016836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205AFE6-24D1-A5E1-12D5-8EC444A6AC11}"/>
                </a:ext>
              </a:extLst>
            </p:cNvPr>
            <p:cNvSpPr/>
            <p:nvPr/>
          </p:nvSpPr>
          <p:spPr>
            <a:xfrm>
              <a:off x="7502211" y="3755069"/>
              <a:ext cx="778749" cy="201683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606D1D8-F817-6215-FDFD-A8568995DB49}"/>
                </a:ext>
              </a:extLst>
            </p:cNvPr>
            <p:cNvSpPr/>
            <p:nvPr/>
          </p:nvSpPr>
          <p:spPr>
            <a:xfrm>
              <a:off x="8496312" y="926452"/>
              <a:ext cx="859080" cy="1550545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464CC19-1879-7738-BEFA-DFDF22A9E476}"/>
                </a:ext>
              </a:extLst>
            </p:cNvPr>
            <p:cNvSpPr/>
            <p:nvPr/>
          </p:nvSpPr>
          <p:spPr>
            <a:xfrm>
              <a:off x="8496312" y="1701726"/>
              <a:ext cx="1550545" cy="775271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02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081B652-6A0B-BFEB-2078-62774185770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DEC3243-223C-6B07-00D3-F8F0D11B0F59}"/>
              </a:ext>
            </a:extLst>
          </p:cNvPr>
          <p:cNvGrpSpPr/>
          <p:nvPr/>
        </p:nvGrpSpPr>
        <p:grpSpPr>
          <a:xfrm>
            <a:off x="1917546" y="2066290"/>
            <a:ext cx="2260908" cy="2725420"/>
            <a:chOff x="1917546" y="2066290"/>
            <a:chExt cx="2260908" cy="27254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BF576CE-E8FA-C858-6DCB-E35ECE167589}"/>
                </a:ext>
              </a:extLst>
            </p:cNvPr>
            <p:cNvGrpSpPr/>
            <p:nvPr/>
          </p:nvGrpSpPr>
          <p:grpSpPr>
            <a:xfrm>
              <a:off x="1917546" y="2066290"/>
              <a:ext cx="2260908" cy="2725420"/>
              <a:chOff x="1917546" y="2066290"/>
              <a:chExt cx="2260908" cy="272542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2C766B3-615F-389E-032E-C77504506588}"/>
                  </a:ext>
                </a:extLst>
              </p:cNvPr>
              <p:cNvSpPr/>
              <p:nvPr/>
            </p:nvSpPr>
            <p:spPr>
              <a:xfrm flipH="1">
                <a:off x="1917546" y="2066290"/>
                <a:ext cx="2260908" cy="2725420"/>
              </a:xfrm>
              <a:custGeom>
                <a:avLst/>
                <a:gdLst>
                  <a:gd name="connsiteX0" fmla="*/ 190411 w 3313224"/>
                  <a:gd name="connsiteY0" fmla="*/ 0 h 3964753"/>
                  <a:gd name="connsiteX1" fmla="*/ 2536476 w 3313224"/>
                  <a:gd name="connsiteY1" fmla="*/ 0 h 3964753"/>
                  <a:gd name="connsiteX2" fmla="*/ 2536476 w 3313224"/>
                  <a:gd name="connsiteY2" fmla="*/ 586335 h 3964753"/>
                  <a:gd name="connsiteX3" fmla="*/ 2726887 w 3313224"/>
                  <a:gd name="connsiteY3" fmla="*/ 776746 h 3964753"/>
                  <a:gd name="connsiteX4" fmla="*/ 3313224 w 3313224"/>
                  <a:gd name="connsiteY4" fmla="*/ 776746 h 3964753"/>
                  <a:gd name="connsiteX5" fmla="*/ 3313224 w 3313224"/>
                  <a:gd name="connsiteY5" fmla="*/ 3774342 h 3964753"/>
                  <a:gd name="connsiteX6" fmla="*/ 3122813 w 3313224"/>
                  <a:gd name="connsiteY6" fmla="*/ 3964753 h 3964753"/>
                  <a:gd name="connsiteX7" fmla="*/ 190411 w 3313224"/>
                  <a:gd name="connsiteY7" fmla="*/ 3964753 h 3964753"/>
                  <a:gd name="connsiteX8" fmla="*/ 0 w 3313224"/>
                  <a:gd name="connsiteY8" fmla="*/ 3774342 h 3964753"/>
                  <a:gd name="connsiteX9" fmla="*/ 0 w 3313224"/>
                  <a:gd name="connsiteY9" fmla="*/ 190411 h 3964753"/>
                  <a:gd name="connsiteX10" fmla="*/ 190411 w 3313224"/>
                  <a:gd name="connsiteY10" fmla="*/ 0 h 3964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13224" h="3964753">
                    <a:moveTo>
                      <a:pt x="190411" y="0"/>
                    </a:moveTo>
                    <a:lnTo>
                      <a:pt x="2536476" y="0"/>
                    </a:lnTo>
                    <a:lnTo>
                      <a:pt x="2536476" y="586335"/>
                    </a:lnTo>
                    <a:cubicBezTo>
                      <a:pt x="2536476" y="691496"/>
                      <a:pt x="2621726" y="776746"/>
                      <a:pt x="2726887" y="776746"/>
                    </a:cubicBezTo>
                    <a:lnTo>
                      <a:pt x="3313224" y="776746"/>
                    </a:lnTo>
                    <a:lnTo>
                      <a:pt x="3313224" y="3774342"/>
                    </a:lnTo>
                    <a:cubicBezTo>
                      <a:pt x="3313224" y="3879503"/>
                      <a:pt x="3227974" y="3964753"/>
                      <a:pt x="3122813" y="3964753"/>
                    </a:cubicBezTo>
                    <a:lnTo>
                      <a:pt x="190411" y="3964753"/>
                    </a:lnTo>
                    <a:cubicBezTo>
                      <a:pt x="85250" y="3964753"/>
                      <a:pt x="0" y="3879503"/>
                      <a:pt x="0" y="3774342"/>
                    </a:cubicBezTo>
                    <a:lnTo>
                      <a:pt x="0" y="190411"/>
                    </a:lnTo>
                    <a:cubicBezTo>
                      <a:pt x="0" y="85250"/>
                      <a:pt x="85250" y="0"/>
                      <a:pt x="190411" y="0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ADC55793-86BA-911C-01A4-862D9070F8D9}"/>
                  </a:ext>
                </a:extLst>
              </p:cNvPr>
              <p:cNvSpPr/>
              <p:nvPr/>
            </p:nvSpPr>
            <p:spPr>
              <a:xfrm flipH="1">
                <a:off x="1922297" y="2071074"/>
                <a:ext cx="446624" cy="449911"/>
              </a:xfrm>
              <a:custGeom>
                <a:avLst/>
                <a:gdLst>
                  <a:gd name="connsiteX0" fmla="*/ 0 w 654501"/>
                  <a:gd name="connsiteY0" fmla="*/ 0 h 654500"/>
                  <a:gd name="connsiteX1" fmla="*/ 654501 w 654501"/>
                  <a:gd name="connsiteY1" fmla="*/ 654500 h 654500"/>
                  <a:gd name="connsiteX2" fmla="*/ 129448 w 654501"/>
                  <a:gd name="connsiteY2" fmla="*/ 654500 h 654500"/>
                  <a:gd name="connsiteX3" fmla="*/ 0 w 654501"/>
                  <a:gd name="connsiteY3" fmla="*/ 525052 h 65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4501" h="654500">
                    <a:moveTo>
                      <a:pt x="0" y="0"/>
                    </a:moveTo>
                    <a:lnTo>
                      <a:pt x="654501" y="654500"/>
                    </a:lnTo>
                    <a:lnTo>
                      <a:pt x="129448" y="654500"/>
                    </a:lnTo>
                    <a:cubicBezTo>
                      <a:pt x="57956" y="654500"/>
                      <a:pt x="0" y="596544"/>
                      <a:pt x="0" y="525052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" name="pen">
              <a:extLst>
                <a:ext uri="{FF2B5EF4-FFF2-40B4-BE49-F238E27FC236}">
                  <a16:creationId xmlns:a16="http://schemas.microsoft.com/office/drawing/2014/main" id="{C8C75504-CFB5-E039-15E5-E6E4297A7A57}"/>
                </a:ext>
              </a:extLst>
            </p:cNvPr>
            <p:cNvGrpSpPr/>
            <p:nvPr/>
          </p:nvGrpSpPr>
          <p:grpSpPr>
            <a:xfrm rot="14400000" flipV="1">
              <a:off x="3269945" y="3877531"/>
              <a:ext cx="531110" cy="57951"/>
              <a:chOff x="-1142229" y="2612280"/>
              <a:chExt cx="14736309" cy="1607934"/>
            </a:xfrm>
            <a:solidFill>
              <a:schemeClr val="bg1"/>
            </a:solidFill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7837088-F25A-3CDF-2DD7-97867C8B604C}"/>
                  </a:ext>
                </a:extLst>
              </p:cNvPr>
              <p:cNvSpPr/>
              <p:nvPr/>
            </p:nvSpPr>
            <p:spPr>
              <a:xfrm>
                <a:off x="8565090" y="2612280"/>
                <a:ext cx="5028990" cy="120615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5C86B315-E060-C68B-C2D6-C29B54A12C86}"/>
                  </a:ext>
                </a:extLst>
              </p:cNvPr>
              <p:cNvSpPr/>
              <p:nvPr/>
            </p:nvSpPr>
            <p:spPr>
              <a:xfrm>
                <a:off x="-1142229" y="2615454"/>
                <a:ext cx="9464426" cy="1209033"/>
              </a:xfrm>
              <a:custGeom>
                <a:avLst/>
                <a:gdLst>
                  <a:gd name="connsiteX0" fmla="*/ 1194119 w 9464426"/>
                  <a:gd name="connsiteY0" fmla="*/ 0 h 1209033"/>
                  <a:gd name="connsiteX1" fmla="*/ 3868740 w 9464426"/>
                  <a:gd name="connsiteY1" fmla="*/ 1905 h 1209033"/>
                  <a:gd name="connsiteX2" fmla="*/ 3878432 w 9464426"/>
                  <a:gd name="connsiteY2" fmla="*/ 2882 h 1209033"/>
                  <a:gd name="connsiteX3" fmla="*/ 9251818 w 9464426"/>
                  <a:gd name="connsiteY3" fmla="*/ 2882 h 1209033"/>
                  <a:gd name="connsiteX4" fmla="*/ 9464426 w 9464426"/>
                  <a:gd name="connsiteY4" fmla="*/ 215490 h 1209033"/>
                  <a:gd name="connsiteX5" fmla="*/ 9464426 w 9464426"/>
                  <a:gd name="connsiteY5" fmla="*/ 996425 h 1209033"/>
                  <a:gd name="connsiteX6" fmla="*/ 9251818 w 9464426"/>
                  <a:gd name="connsiteY6" fmla="*/ 1209033 h 1209033"/>
                  <a:gd name="connsiteX7" fmla="*/ 1640967 w 9464426"/>
                  <a:gd name="connsiteY7" fmla="*/ 1209033 h 1209033"/>
                  <a:gd name="connsiteX8" fmla="*/ 1631267 w 9464426"/>
                  <a:gd name="connsiteY8" fmla="*/ 1208055 h 1209033"/>
                  <a:gd name="connsiteX9" fmla="*/ 1196024 w 9464426"/>
                  <a:gd name="connsiteY9" fmla="*/ 1208055 h 1209033"/>
                  <a:gd name="connsiteX10" fmla="*/ 34783 w 9464426"/>
                  <a:gd name="connsiteY10" fmla="*/ 656415 h 1209033"/>
                  <a:gd name="connsiteX11" fmla="*/ 33618 w 9464426"/>
                  <a:gd name="connsiteY11" fmla="*/ 653159 h 1209033"/>
                  <a:gd name="connsiteX12" fmla="*/ 12999 w 9464426"/>
                  <a:gd name="connsiteY12" fmla="*/ 644619 h 1209033"/>
                  <a:gd name="connsiteX13" fmla="*/ 0 w 9464426"/>
                  <a:gd name="connsiteY13" fmla="*/ 613236 h 1209033"/>
                  <a:gd name="connsiteX14" fmla="*/ 12999 w 9464426"/>
                  <a:gd name="connsiteY14" fmla="*/ 581853 h 1209033"/>
                  <a:gd name="connsiteX15" fmla="*/ 31701 w 9464426"/>
                  <a:gd name="connsiteY15" fmla="*/ 574107 h 1209033"/>
                  <a:gd name="connsiteX16" fmla="*/ 32878 w 9464426"/>
                  <a:gd name="connsiteY16" fmla="*/ 570691 h 120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64426" h="1209033">
                    <a:moveTo>
                      <a:pt x="1194119" y="0"/>
                    </a:moveTo>
                    <a:lnTo>
                      <a:pt x="3868740" y="1905"/>
                    </a:lnTo>
                    <a:lnTo>
                      <a:pt x="3878432" y="2882"/>
                    </a:lnTo>
                    <a:lnTo>
                      <a:pt x="9251818" y="2882"/>
                    </a:lnTo>
                    <a:cubicBezTo>
                      <a:pt x="9369238" y="2882"/>
                      <a:pt x="9464426" y="98070"/>
                      <a:pt x="9464426" y="215490"/>
                    </a:cubicBezTo>
                    <a:lnTo>
                      <a:pt x="9464426" y="996425"/>
                    </a:lnTo>
                    <a:cubicBezTo>
                      <a:pt x="9464426" y="1113845"/>
                      <a:pt x="9369238" y="1209033"/>
                      <a:pt x="9251818" y="1209033"/>
                    </a:cubicBezTo>
                    <a:lnTo>
                      <a:pt x="1640967" y="1209033"/>
                    </a:lnTo>
                    <a:lnTo>
                      <a:pt x="1631267" y="1208055"/>
                    </a:lnTo>
                    <a:lnTo>
                      <a:pt x="1196024" y="1208055"/>
                    </a:lnTo>
                    <a:cubicBezTo>
                      <a:pt x="83809" y="680371"/>
                      <a:pt x="1141588" y="1185699"/>
                      <a:pt x="34783" y="656415"/>
                    </a:cubicBezTo>
                    <a:lnTo>
                      <a:pt x="33618" y="653159"/>
                    </a:lnTo>
                    <a:lnTo>
                      <a:pt x="12999" y="644619"/>
                    </a:lnTo>
                    <a:cubicBezTo>
                      <a:pt x="4968" y="636588"/>
                      <a:pt x="0" y="625492"/>
                      <a:pt x="0" y="613236"/>
                    </a:cubicBezTo>
                    <a:cubicBezTo>
                      <a:pt x="0" y="600980"/>
                      <a:pt x="4968" y="589885"/>
                      <a:pt x="12999" y="581853"/>
                    </a:cubicBezTo>
                    <a:lnTo>
                      <a:pt x="31701" y="574107"/>
                    </a:lnTo>
                    <a:lnTo>
                      <a:pt x="32878" y="57069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56AFB3-6F01-3BF1-E78E-C26A03FF406C}"/>
                  </a:ext>
                </a:extLst>
              </p:cNvPr>
              <p:cNvSpPr/>
              <p:nvPr/>
            </p:nvSpPr>
            <p:spPr>
              <a:xfrm>
                <a:off x="12192000" y="3818432"/>
                <a:ext cx="731520" cy="1889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EE552999-A71B-2C9B-4C9D-787AAF70CFB1}"/>
                  </a:ext>
                </a:extLst>
              </p:cNvPr>
              <p:cNvSpPr/>
              <p:nvPr/>
            </p:nvSpPr>
            <p:spPr>
              <a:xfrm>
                <a:off x="8565090" y="3996540"/>
                <a:ext cx="5028990" cy="223674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69EE839-373E-B1FC-C31B-FE18F6F2D21C}"/>
                  </a:ext>
                </a:extLst>
              </p:cNvPr>
              <p:cNvSpPr/>
              <p:nvPr/>
            </p:nvSpPr>
            <p:spPr>
              <a:xfrm>
                <a:off x="8429899" y="2612280"/>
                <a:ext cx="3175361" cy="1206151"/>
              </a:xfrm>
              <a:prstGeom prst="roundRect">
                <a:avLst>
                  <a:gd name="adj" fmla="val 180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7B0892-15A0-6FFC-7A0E-C111EF5D8F68}"/>
                </a:ext>
              </a:extLst>
            </p:cNvPr>
            <p:cNvGrpSpPr/>
            <p:nvPr/>
          </p:nvGrpSpPr>
          <p:grpSpPr>
            <a:xfrm>
              <a:off x="2445820" y="2724811"/>
              <a:ext cx="1211319" cy="1415335"/>
              <a:chOff x="6139113" y="1341880"/>
              <a:chExt cx="3996223" cy="4669297"/>
            </a:xfrm>
            <a:solidFill>
              <a:schemeClr val="bg1"/>
            </a:solidFill>
          </p:grpSpPr>
          <p:sp>
            <p:nvSpPr>
              <p:cNvPr id="24" name="Oval r1">
                <a:extLst>
                  <a:ext uri="{FF2B5EF4-FFF2-40B4-BE49-F238E27FC236}">
                    <a16:creationId xmlns:a16="http://schemas.microsoft.com/office/drawing/2014/main" id="{FFD3EAD7-CFF2-2C39-807C-77112C755530}"/>
                  </a:ext>
                </a:extLst>
              </p:cNvPr>
              <p:cNvSpPr/>
              <p:nvPr/>
            </p:nvSpPr>
            <p:spPr>
              <a:xfrm rot="16200000" flipV="1">
                <a:off x="7689655" y="1341881"/>
                <a:ext cx="1550545" cy="15505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1">
                <a:extLst>
                  <a:ext uri="{FF2B5EF4-FFF2-40B4-BE49-F238E27FC236}">
                    <a16:creationId xmlns:a16="http://schemas.microsoft.com/office/drawing/2014/main" id="{038DEBF5-8572-C020-7800-926B32B620D1}"/>
                  </a:ext>
                </a:extLst>
              </p:cNvPr>
              <p:cNvSpPr/>
              <p:nvPr/>
            </p:nvSpPr>
            <p:spPr>
              <a:xfrm>
                <a:off x="6139113" y="1918036"/>
                <a:ext cx="1550544" cy="4070181"/>
              </a:xfrm>
              <a:custGeom>
                <a:avLst/>
                <a:gdLst>
                  <a:gd name="connsiteX0" fmla="*/ 0 w 1547537"/>
                  <a:gd name="connsiteY0" fmla="*/ 0 h 4062288"/>
                  <a:gd name="connsiteX1" fmla="*/ 285279 w 1547537"/>
                  <a:gd name="connsiteY1" fmla="*/ 0 h 4062288"/>
                  <a:gd name="connsiteX2" fmla="*/ 285292 w 1547537"/>
                  <a:gd name="connsiteY2" fmla="*/ 250 h 4062288"/>
                  <a:gd name="connsiteX3" fmla="*/ 290164 w 1547537"/>
                  <a:gd name="connsiteY3" fmla="*/ 4 h 4062288"/>
                  <a:gd name="connsiteX4" fmla="*/ 1541046 w 1547537"/>
                  <a:gd name="connsiteY4" fmla="*/ 1128819 h 4062288"/>
                  <a:gd name="connsiteX5" fmla="*/ 1547537 w 1547537"/>
                  <a:gd name="connsiteY5" fmla="*/ 1257358 h 4062288"/>
                  <a:gd name="connsiteX6" fmla="*/ 1547537 w 1547537"/>
                  <a:gd name="connsiteY6" fmla="*/ 4062288 h 4062288"/>
                  <a:gd name="connsiteX7" fmla="*/ 0 w 1547537"/>
                  <a:gd name="connsiteY7" fmla="*/ 4062288 h 4062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537" h="4062288">
                    <a:moveTo>
                      <a:pt x="0" y="0"/>
                    </a:moveTo>
                    <a:lnTo>
                      <a:pt x="285279" y="0"/>
                    </a:lnTo>
                    <a:lnTo>
                      <a:pt x="285292" y="250"/>
                    </a:lnTo>
                    <a:lnTo>
                      <a:pt x="290164" y="4"/>
                    </a:lnTo>
                    <a:cubicBezTo>
                      <a:pt x="941190" y="4"/>
                      <a:pt x="1476656" y="494780"/>
                      <a:pt x="1541046" y="1128819"/>
                    </a:cubicBezTo>
                    <a:lnTo>
                      <a:pt x="1547537" y="1257358"/>
                    </a:lnTo>
                    <a:lnTo>
                      <a:pt x="1547537" y="4062288"/>
                    </a:lnTo>
                    <a:lnTo>
                      <a:pt x="0" y="40622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Oval r1-2">
                <a:extLst>
                  <a:ext uri="{FF2B5EF4-FFF2-40B4-BE49-F238E27FC236}">
                    <a16:creationId xmlns:a16="http://schemas.microsoft.com/office/drawing/2014/main" id="{B57A5FD8-E190-C3D4-1565-76AF0E105F4C}"/>
                  </a:ext>
                </a:extLst>
              </p:cNvPr>
              <p:cNvSpPr/>
              <p:nvPr/>
            </p:nvSpPr>
            <p:spPr>
              <a:xfrm rot="16200000" flipV="1">
                <a:off x="9217237" y="5093078"/>
                <a:ext cx="918100" cy="91809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r1">
                <a:extLst>
                  <a:ext uri="{FF2B5EF4-FFF2-40B4-BE49-F238E27FC236}">
                    <a16:creationId xmlns:a16="http://schemas.microsoft.com/office/drawing/2014/main" id="{57D6EACE-4DC0-A613-98EA-13234BCB70B0}"/>
                  </a:ext>
                </a:extLst>
              </p:cNvPr>
              <p:cNvSpPr/>
              <p:nvPr/>
            </p:nvSpPr>
            <p:spPr>
              <a:xfrm rot="16200000" flipV="1">
                <a:off x="9240198" y="5116039"/>
                <a:ext cx="872180" cy="87217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C5928E-4C7F-6078-60A0-C2509FED6490}"/>
              </a:ext>
            </a:extLst>
          </p:cNvPr>
          <p:cNvGrpSpPr/>
          <p:nvPr/>
        </p:nvGrpSpPr>
        <p:grpSpPr>
          <a:xfrm>
            <a:off x="8013546" y="2066290"/>
            <a:ext cx="2260908" cy="2725420"/>
            <a:chOff x="3144212" y="221740"/>
            <a:chExt cx="5166411" cy="622786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39A3D39-BE15-76BA-B309-ADA5B3F0F2FA}"/>
                </a:ext>
              </a:extLst>
            </p:cNvPr>
            <p:cNvGrpSpPr/>
            <p:nvPr/>
          </p:nvGrpSpPr>
          <p:grpSpPr>
            <a:xfrm flipH="1">
              <a:off x="3144212" y="221740"/>
              <a:ext cx="5166411" cy="6227869"/>
              <a:chOff x="2006191" y="1355912"/>
              <a:chExt cx="3313224" cy="3964753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0752B65-B2B5-8999-AD72-AD44AE089ACE}"/>
                  </a:ext>
                </a:extLst>
              </p:cNvPr>
              <p:cNvSpPr/>
              <p:nvPr/>
            </p:nvSpPr>
            <p:spPr>
              <a:xfrm>
                <a:off x="2006191" y="1355912"/>
                <a:ext cx="3313224" cy="3964753"/>
              </a:xfrm>
              <a:custGeom>
                <a:avLst/>
                <a:gdLst>
                  <a:gd name="connsiteX0" fmla="*/ 190411 w 3313224"/>
                  <a:gd name="connsiteY0" fmla="*/ 0 h 3964753"/>
                  <a:gd name="connsiteX1" fmla="*/ 2536476 w 3313224"/>
                  <a:gd name="connsiteY1" fmla="*/ 0 h 3964753"/>
                  <a:gd name="connsiteX2" fmla="*/ 2536476 w 3313224"/>
                  <a:gd name="connsiteY2" fmla="*/ 586335 h 3964753"/>
                  <a:gd name="connsiteX3" fmla="*/ 2726887 w 3313224"/>
                  <a:gd name="connsiteY3" fmla="*/ 776746 h 3964753"/>
                  <a:gd name="connsiteX4" fmla="*/ 3313224 w 3313224"/>
                  <a:gd name="connsiteY4" fmla="*/ 776746 h 3964753"/>
                  <a:gd name="connsiteX5" fmla="*/ 3313224 w 3313224"/>
                  <a:gd name="connsiteY5" fmla="*/ 3774342 h 3964753"/>
                  <a:gd name="connsiteX6" fmla="*/ 3122813 w 3313224"/>
                  <a:gd name="connsiteY6" fmla="*/ 3964753 h 3964753"/>
                  <a:gd name="connsiteX7" fmla="*/ 190411 w 3313224"/>
                  <a:gd name="connsiteY7" fmla="*/ 3964753 h 3964753"/>
                  <a:gd name="connsiteX8" fmla="*/ 0 w 3313224"/>
                  <a:gd name="connsiteY8" fmla="*/ 3774342 h 3964753"/>
                  <a:gd name="connsiteX9" fmla="*/ 0 w 3313224"/>
                  <a:gd name="connsiteY9" fmla="*/ 190411 h 3964753"/>
                  <a:gd name="connsiteX10" fmla="*/ 190411 w 3313224"/>
                  <a:gd name="connsiteY10" fmla="*/ 0 h 3964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13224" h="3964753">
                    <a:moveTo>
                      <a:pt x="190411" y="0"/>
                    </a:moveTo>
                    <a:lnTo>
                      <a:pt x="2536476" y="0"/>
                    </a:lnTo>
                    <a:lnTo>
                      <a:pt x="2536476" y="586335"/>
                    </a:lnTo>
                    <a:cubicBezTo>
                      <a:pt x="2536476" y="691496"/>
                      <a:pt x="2621726" y="776746"/>
                      <a:pt x="2726887" y="776746"/>
                    </a:cubicBezTo>
                    <a:lnTo>
                      <a:pt x="3313224" y="776746"/>
                    </a:lnTo>
                    <a:lnTo>
                      <a:pt x="3313224" y="3774342"/>
                    </a:lnTo>
                    <a:cubicBezTo>
                      <a:pt x="3313224" y="3879503"/>
                      <a:pt x="3227974" y="3964753"/>
                      <a:pt x="3122813" y="3964753"/>
                    </a:cubicBezTo>
                    <a:lnTo>
                      <a:pt x="190411" y="3964753"/>
                    </a:lnTo>
                    <a:cubicBezTo>
                      <a:pt x="85250" y="3964753"/>
                      <a:pt x="0" y="3879503"/>
                      <a:pt x="0" y="3774342"/>
                    </a:cubicBezTo>
                    <a:lnTo>
                      <a:pt x="0" y="190411"/>
                    </a:lnTo>
                    <a:cubicBezTo>
                      <a:pt x="0" y="85250"/>
                      <a:pt x="85250" y="0"/>
                      <a:pt x="19041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F061C37E-C162-DF90-7C9E-41AAC55CB5AA}"/>
                  </a:ext>
                </a:extLst>
              </p:cNvPr>
              <p:cNvSpPr/>
              <p:nvPr/>
            </p:nvSpPr>
            <p:spPr>
              <a:xfrm>
                <a:off x="4657951" y="1362871"/>
                <a:ext cx="654501" cy="654500"/>
              </a:xfrm>
              <a:custGeom>
                <a:avLst/>
                <a:gdLst>
                  <a:gd name="connsiteX0" fmla="*/ 0 w 654501"/>
                  <a:gd name="connsiteY0" fmla="*/ 0 h 654500"/>
                  <a:gd name="connsiteX1" fmla="*/ 654501 w 654501"/>
                  <a:gd name="connsiteY1" fmla="*/ 654500 h 654500"/>
                  <a:gd name="connsiteX2" fmla="*/ 129448 w 654501"/>
                  <a:gd name="connsiteY2" fmla="*/ 654500 h 654500"/>
                  <a:gd name="connsiteX3" fmla="*/ 0 w 654501"/>
                  <a:gd name="connsiteY3" fmla="*/ 525052 h 65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4501" h="654500">
                    <a:moveTo>
                      <a:pt x="0" y="0"/>
                    </a:moveTo>
                    <a:lnTo>
                      <a:pt x="654501" y="654500"/>
                    </a:lnTo>
                    <a:lnTo>
                      <a:pt x="129448" y="654500"/>
                    </a:lnTo>
                    <a:cubicBezTo>
                      <a:pt x="57956" y="654500"/>
                      <a:pt x="0" y="596544"/>
                      <a:pt x="0" y="525052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pen">
              <a:extLst>
                <a:ext uri="{FF2B5EF4-FFF2-40B4-BE49-F238E27FC236}">
                  <a16:creationId xmlns:a16="http://schemas.microsoft.com/office/drawing/2014/main" id="{2B556873-250C-0B81-A672-B5228813D375}"/>
                </a:ext>
              </a:extLst>
            </p:cNvPr>
            <p:cNvGrpSpPr/>
            <p:nvPr/>
          </p:nvGrpSpPr>
          <p:grpSpPr>
            <a:xfrm rot="14400000" flipV="1">
              <a:off x="6234586" y="4360614"/>
              <a:ext cx="1213642" cy="132425"/>
              <a:chOff x="-1142229" y="2612280"/>
              <a:chExt cx="14736309" cy="1607934"/>
            </a:xfrm>
            <a:solidFill>
              <a:schemeClr val="bg1"/>
            </a:solidFill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A2329AFC-B3E1-1452-C240-89F5641B83DE}"/>
                  </a:ext>
                </a:extLst>
              </p:cNvPr>
              <p:cNvSpPr/>
              <p:nvPr/>
            </p:nvSpPr>
            <p:spPr>
              <a:xfrm>
                <a:off x="8565090" y="2612280"/>
                <a:ext cx="5028990" cy="120615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2B928FF-8539-A32B-932D-2C8025F1F58A}"/>
                  </a:ext>
                </a:extLst>
              </p:cNvPr>
              <p:cNvSpPr/>
              <p:nvPr/>
            </p:nvSpPr>
            <p:spPr>
              <a:xfrm>
                <a:off x="-1142229" y="2615454"/>
                <a:ext cx="9464426" cy="1209033"/>
              </a:xfrm>
              <a:custGeom>
                <a:avLst/>
                <a:gdLst>
                  <a:gd name="connsiteX0" fmla="*/ 1194119 w 9464426"/>
                  <a:gd name="connsiteY0" fmla="*/ 0 h 1209033"/>
                  <a:gd name="connsiteX1" fmla="*/ 3868740 w 9464426"/>
                  <a:gd name="connsiteY1" fmla="*/ 1905 h 1209033"/>
                  <a:gd name="connsiteX2" fmla="*/ 3878432 w 9464426"/>
                  <a:gd name="connsiteY2" fmla="*/ 2882 h 1209033"/>
                  <a:gd name="connsiteX3" fmla="*/ 9251818 w 9464426"/>
                  <a:gd name="connsiteY3" fmla="*/ 2882 h 1209033"/>
                  <a:gd name="connsiteX4" fmla="*/ 9464426 w 9464426"/>
                  <a:gd name="connsiteY4" fmla="*/ 215490 h 1209033"/>
                  <a:gd name="connsiteX5" fmla="*/ 9464426 w 9464426"/>
                  <a:gd name="connsiteY5" fmla="*/ 996425 h 1209033"/>
                  <a:gd name="connsiteX6" fmla="*/ 9251818 w 9464426"/>
                  <a:gd name="connsiteY6" fmla="*/ 1209033 h 1209033"/>
                  <a:gd name="connsiteX7" fmla="*/ 1640967 w 9464426"/>
                  <a:gd name="connsiteY7" fmla="*/ 1209033 h 1209033"/>
                  <a:gd name="connsiteX8" fmla="*/ 1631267 w 9464426"/>
                  <a:gd name="connsiteY8" fmla="*/ 1208055 h 1209033"/>
                  <a:gd name="connsiteX9" fmla="*/ 1196024 w 9464426"/>
                  <a:gd name="connsiteY9" fmla="*/ 1208055 h 1209033"/>
                  <a:gd name="connsiteX10" fmla="*/ 34783 w 9464426"/>
                  <a:gd name="connsiteY10" fmla="*/ 656415 h 1209033"/>
                  <a:gd name="connsiteX11" fmla="*/ 33618 w 9464426"/>
                  <a:gd name="connsiteY11" fmla="*/ 653159 h 1209033"/>
                  <a:gd name="connsiteX12" fmla="*/ 12999 w 9464426"/>
                  <a:gd name="connsiteY12" fmla="*/ 644619 h 1209033"/>
                  <a:gd name="connsiteX13" fmla="*/ 0 w 9464426"/>
                  <a:gd name="connsiteY13" fmla="*/ 613236 h 1209033"/>
                  <a:gd name="connsiteX14" fmla="*/ 12999 w 9464426"/>
                  <a:gd name="connsiteY14" fmla="*/ 581853 h 1209033"/>
                  <a:gd name="connsiteX15" fmla="*/ 31701 w 9464426"/>
                  <a:gd name="connsiteY15" fmla="*/ 574107 h 1209033"/>
                  <a:gd name="connsiteX16" fmla="*/ 32878 w 9464426"/>
                  <a:gd name="connsiteY16" fmla="*/ 570691 h 120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64426" h="1209033">
                    <a:moveTo>
                      <a:pt x="1194119" y="0"/>
                    </a:moveTo>
                    <a:lnTo>
                      <a:pt x="3868740" y="1905"/>
                    </a:lnTo>
                    <a:lnTo>
                      <a:pt x="3878432" y="2882"/>
                    </a:lnTo>
                    <a:lnTo>
                      <a:pt x="9251818" y="2882"/>
                    </a:lnTo>
                    <a:cubicBezTo>
                      <a:pt x="9369238" y="2882"/>
                      <a:pt x="9464426" y="98070"/>
                      <a:pt x="9464426" y="215490"/>
                    </a:cubicBezTo>
                    <a:lnTo>
                      <a:pt x="9464426" y="996425"/>
                    </a:lnTo>
                    <a:cubicBezTo>
                      <a:pt x="9464426" y="1113845"/>
                      <a:pt x="9369238" y="1209033"/>
                      <a:pt x="9251818" y="1209033"/>
                    </a:cubicBezTo>
                    <a:lnTo>
                      <a:pt x="1640967" y="1209033"/>
                    </a:lnTo>
                    <a:lnTo>
                      <a:pt x="1631267" y="1208055"/>
                    </a:lnTo>
                    <a:lnTo>
                      <a:pt x="1196024" y="1208055"/>
                    </a:lnTo>
                    <a:cubicBezTo>
                      <a:pt x="83809" y="680371"/>
                      <a:pt x="1141588" y="1185699"/>
                      <a:pt x="34783" y="656415"/>
                    </a:cubicBezTo>
                    <a:lnTo>
                      <a:pt x="33618" y="653159"/>
                    </a:lnTo>
                    <a:lnTo>
                      <a:pt x="12999" y="644619"/>
                    </a:lnTo>
                    <a:cubicBezTo>
                      <a:pt x="4968" y="636588"/>
                      <a:pt x="0" y="625492"/>
                      <a:pt x="0" y="613236"/>
                    </a:cubicBezTo>
                    <a:cubicBezTo>
                      <a:pt x="0" y="600980"/>
                      <a:pt x="4968" y="589885"/>
                      <a:pt x="12999" y="581853"/>
                    </a:cubicBezTo>
                    <a:lnTo>
                      <a:pt x="31701" y="574107"/>
                    </a:lnTo>
                    <a:lnTo>
                      <a:pt x="32878" y="57069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7F33BAF-8465-F728-D22F-A234C606625E}"/>
                  </a:ext>
                </a:extLst>
              </p:cNvPr>
              <p:cNvSpPr/>
              <p:nvPr/>
            </p:nvSpPr>
            <p:spPr>
              <a:xfrm>
                <a:off x="12192000" y="3818432"/>
                <a:ext cx="731520" cy="18897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2D7A0DCF-32A0-A348-ABED-91C37A9BA44D}"/>
                  </a:ext>
                </a:extLst>
              </p:cNvPr>
              <p:cNvSpPr/>
              <p:nvPr/>
            </p:nvSpPr>
            <p:spPr>
              <a:xfrm>
                <a:off x="8565090" y="3996540"/>
                <a:ext cx="5028990" cy="223674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444AE27-4BFF-2BED-A920-AF0719817A83}"/>
                  </a:ext>
                </a:extLst>
              </p:cNvPr>
              <p:cNvSpPr/>
              <p:nvPr/>
            </p:nvSpPr>
            <p:spPr>
              <a:xfrm>
                <a:off x="8429899" y="2612280"/>
                <a:ext cx="3175361" cy="1206151"/>
              </a:xfrm>
              <a:prstGeom prst="roundRect">
                <a:avLst>
                  <a:gd name="adj" fmla="val 18057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FCB74E7-E0CC-7EB2-D802-B709051F2D4E}"/>
                </a:ext>
              </a:extLst>
            </p:cNvPr>
            <p:cNvGrpSpPr/>
            <p:nvPr/>
          </p:nvGrpSpPr>
          <p:grpSpPr>
            <a:xfrm>
              <a:off x="4351373" y="1726529"/>
              <a:ext cx="2767990" cy="3234188"/>
              <a:chOff x="6139113" y="1341880"/>
              <a:chExt cx="3996223" cy="4669297"/>
            </a:xfrm>
            <a:solidFill>
              <a:schemeClr val="bg1"/>
            </a:solidFill>
          </p:grpSpPr>
          <p:sp>
            <p:nvSpPr>
              <p:cNvPr id="27" name="Oval r1">
                <a:extLst>
                  <a:ext uri="{FF2B5EF4-FFF2-40B4-BE49-F238E27FC236}">
                    <a16:creationId xmlns:a16="http://schemas.microsoft.com/office/drawing/2014/main" id="{0000B390-0021-6850-0E8B-2E9847584942}"/>
                  </a:ext>
                </a:extLst>
              </p:cNvPr>
              <p:cNvSpPr/>
              <p:nvPr/>
            </p:nvSpPr>
            <p:spPr>
              <a:xfrm rot="16200000" flipV="1">
                <a:off x="7689655" y="1341881"/>
                <a:ext cx="1550545" cy="155054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1">
                <a:extLst>
                  <a:ext uri="{FF2B5EF4-FFF2-40B4-BE49-F238E27FC236}">
                    <a16:creationId xmlns:a16="http://schemas.microsoft.com/office/drawing/2014/main" id="{5A79A993-5FE5-BB04-9137-7B86AE9EC305}"/>
                  </a:ext>
                </a:extLst>
              </p:cNvPr>
              <p:cNvSpPr/>
              <p:nvPr/>
            </p:nvSpPr>
            <p:spPr>
              <a:xfrm>
                <a:off x="6139113" y="1918036"/>
                <a:ext cx="1550544" cy="4070181"/>
              </a:xfrm>
              <a:custGeom>
                <a:avLst/>
                <a:gdLst>
                  <a:gd name="connsiteX0" fmla="*/ 0 w 1547537"/>
                  <a:gd name="connsiteY0" fmla="*/ 0 h 4062288"/>
                  <a:gd name="connsiteX1" fmla="*/ 285279 w 1547537"/>
                  <a:gd name="connsiteY1" fmla="*/ 0 h 4062288"/>
                  <a:gd name="connsiteX2" fmla="*/ 285292 w 1547537"/>
                  <a:gd name="connsiteY2" fmla="*/ 250 h 4062288"/>
                  <a:gd name="connsiteX3" fmla="*/ 290164 w 1547537"/>
                  <a:gd name="connsiteY3" fmla="*/ 4 h 4062288"/>
                  <a:gd name="connsiteX4" fmla="*/ 1541046 w 1547537"/>
                  <a:gd name="connsiteY4" fmla="*/ 1128819 h 4062288"/>
                  <a:gd name="connsiteX5" fmla="*/ 1547537 w 1547537"/>
                  <a:gd name="connsiteY5" fmla="*/ 1257358 h 4062288"/>
                  <a:gd name="connsiteX6" fmla="*/ 1547537 w 1547537"/>
                  <a:gd name="connsiteY6" fmla="*/ 4062288 h 4062288"/>
                  <a:gd name="connsiteX7" fmla="*/ 0 w 1547537"/>
                  <a:gd name="connsiteY7" fmla="*/ 4062288 h 4062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537" h="4062288">
                    <a:moveTo>
                      <a:pt x="0" y="0"/>
                    </a:moveTo>
                    <a:lnTo>
                      <a:pt x="285279" y="0"/>
                    </a:lnTo>
                    <a:lnTo>
                      <a:pt x="285292" y="250"/>
                    </a:lnTo>
                    <a:lnTo>
                      <a:pt x="290164" y="4"/>
                    </a:lnTo>
                    <a:cubicBezTo>
                      <a:pt x="941190" y="4"/>
                      <a:pt x="1476656" y="494780"/>
                      <a:pt x="1541046" y="1128819"/>
                    </a:cubicBezTo>
                    <a:lnTo>
                      <a:pt x="1547537" y="1257358"/>
                    </a:lnTo>
                    <a:lnTo>
                      <a:pt x="1547537" y="4062288"/>
                    </a:lnTo>
                    <a:lnTo>
                      <a:pt x="0" y="406228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Oval r1-2">
                <a:extLst>
                  <a:ext uri="{FF2B5EF4-FFF2-40B4-BE49-F238E27FC236}">
                    <a16:creationId xmlns:a16="http://schemas.microsoft.com/office/drawing/2014/main" id="{28A06A3B-3A1A-FD9D-156C-4B7DEE1D816F}"/>
                  </a:ext>
                </a:extLst>
              </p:cNvPr>
              <p:cNvSpPr/>
              <p:nvPr/>
            </p:nvSpPr>
            <p:spPr>
              <a:xfrm rot="16200000" flipV="1">
                <a:off x="9217237" y="5093078"/>
                <a:ext cx="918100" cy="9180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r1">
                <a:extLst>
                  <a:ext uri="{FF2B5EF4-FFF2-40B4-BE49-F238E27FC236}">
                    <a16:creationId xmlns:a16="http://schemas.microsoft.com/office/drawing/2014/main" id="{0DE43BB5-37EB-1CFF-A4C3-47DB07DD8878}"/>
                  </a:ext>
                </a:extLst>
              </p:cNvPr>
              <p:cNvSpPr/>
              <p:nvPr/>
            </p:nvSpPr>
            <p:spPr>
              <a:xfrm rot="16200000" flipV="1">
                <a:off x="9240198" y="5116039"/>
                <a:ext cx="872180" cy="87217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081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543EF17-91F6-5D57-85EB-34D729296412}"/>
              </a:ext>
            </a:extLst>
          </p:cNvPr>
          <p:cNvGrpSpPr/>
          <p:nvPr/>
        </p:nvGrpSpPr>
        <p:grpSpPr>
          <a:xfrm flipH="1">
            <a:off x="3144212" y="221740"/>
            <a:ext cx="5166411" cy="6227869"/>
            <a:chOff x="2006191" y="1355912"/>
            <a:chExt cx="3313224" cy="396475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C766B3-615F-389E-032E-C77504506588}"/>
                </a:ext>
              </a:extLst>
            </p:cNvPr>
            <p:cNvSpPr/>
            <p:nvPr/>
          </p:nvSpPr>
          <p:spPr>
            <a:xfrm>
              <a:off x="2006191" y="1355912"/>
              <a:ext cx="3313224" cy="3964753"/>
            </a:xfrm>
            <a:custGeom>
              <a:avLst/>
              <a:gdLst>
                <a:gd name="connsiteX0" fmla="*/ 190411 w 3313224"/>
                <a:gd name="connsiteY0" fmla="*/ 0 h 3964753"/>
                <a:gd name="connsiteX1" fmla="*/ 2536476 w 3313224"/>
                <a:gd name="connsiteY1" fmla="*/ 0 h 3964753"/>
                <a:gd name="connsiteX2" fmla="*/ 2536476 w 3313224"/>
                <a:gd name="connsiteY2" fmla="*/ 586335 h 3964753"/>
                <a:gd name="connsiteX3" fmla="*/ 2726887 w 3313224"/>
                <a:gd name="connsiteY3" fmla="*/ 776746 h 3964753"/>
                <a:gd name="connsiteX4" fmla="*/ 3313224 w 3313224"/>
                <a:gd name="connsiteY4" fmla="*/ 776746 h 3964753"/>
                <a:gd name="connsiteX5" fmla="*/ 3313224 w 3313224"/>
                <a:gd name="connsiteY5" fmla="*/ 3774342 h 3964753"/>
                <a:gd name="connsiteX6" fmla="*/ 3122813 w 3313224"/>
                <a:gd name="connsiteY6" fmla="*/ 3964753 h 3964753"/>
                <a:gd name="connsiteX7" fmla="*/ 190411 w 3313224"/>
                <a:gd name="connsiteY7" fmla="*/ 3964753 h 3964753"/>
                <a:gd name="connsiteX8" fmla="*/ 0 w 3313224"/>
                <a:gd name="connsiteY8" fmla="*/ 3774342 h 3964753"/>
                <a:gd name="connsiteX9" fmla="*/ 0 w 3313224"/>
                <a:gd name="connsiteY9" fmla="*/ 190411 h 3964753"/>
                <a:gd name="connsiteX10" fmla="*/ 190411 w 3313224"/>
                <a:gd name="connsiteY10" fmla="*/ 0 h 396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3224" h="3964753">
                  <a:moveTo>
                    <a:pt x="190411" y="0"/>
                  </a:moveTo>
                  <a:lnTo>
                    <a:pt x="2536476" y="0"/>
                  </a:lnTo>
                  <a:lnTo>
                    <a:pt x="2536476" y="586335"/>
                  </a:lnTo>
                  <a:cubicBezTo>
                    <a:pt x="2536476" y="691496"/>
                    <a:pt x="2621726" y="776746"/>
                    <a:pt x="2726887" y="776746"/>
                  </a:cubicBezTo>
                  <a:lnTo>
                    <a:pt x="3313224" y="776746"/>
                  </a:lnTo>
                  <a:lnTo>
                    <a:pt x="3313224" y="3774342"/>
                  </a:lnTo>
                  <a:cubicBezTo>
                    <a:pt x="3313224" y="3879503"/>
                    <a:pt x="3227974" y="3964753"/>
                    <a:pt x="3122813" y="3964753"/>
                  </a:cubicBezTo>
                  <a:lnTo>
                    <a:pt x="190411" y="3964753"/>
                  </a:lnTo>
                  <a:cubicBezTo>
                    <a:pt x="85250" y="3964753"/>
                    <a:pt x="0" y="3879503"/>
                    <a:pt x="0" y="3774342"/>
                  </a:cubicBezTo>
                  <a:lnTo>
                    <a:pt x="0" y="190411"/>
                  </a:lnTo>
                  <a:cubicBezTo>
                    <a:pt x="0" y="85250"/>
                    <a:pt x="85250" y="0"/>
                    <a:pt x="190411" y="0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C55793-86BA-911C-01A4-862D9070F8D9}"/>
                </a:ext>
              </a:extLst>
            </p:cNvPr>
            <p:cNvSpPr/>
            <p:nvPr/>
          </p:nvSpPr>
          <p:spPr>
            <a:xfrm>
              <a:off x="4657951" y="1362871"/>
              <a:ext cx="654501" cy="654500"/>
            </a:xfrm>
            <a:custGeom>
              <a:avLst/>
              <a:gdLst>
                <a:gd name="connsiteX0" fmla="*/ 0 w 654501"/>
                <a:gd name="connsiteY0" fmla="*/ 0 h 654500"/>
                <a:gd name="connsiteX1" fmla="*/ 654501 w 654501"/>
                <a:gd name="connsiteY1" fmla="*/ 654500 h 654500"/>
                <a:gd name="connsiteX2" fmla="*/ 129448 w 654501"/>
                <a:gd name="connsiteY2" fmla="*/ 654500 h 654500"/>
                <a:gd name="connsiteX3" fmla="*/ 0 w 654501"/>
                <a:gd name="connsiteY3" fmla="*/ 525052 h 65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501" h="654500">
                  <a:moveTo>
                    <a:pt x="0" y="0"/>
                  </a:moveTo>
                  <a:lnTo>
                    <a:pt x="654501" y="654500"/>
                  </a:lnTo>
                  <a:lnTo>
                    <a:pt x="129448" y="654500"/>
                  </a:lnTo>
                  <a:cubicBezTo>
                    <a:pt x="57956" y="654500"/>
                    <a:pt x="0" y="596544"/>
                    <a:pt x="0" y="52505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" name="pen" hidden="1">
            <a:extLst>
              <a:ext uri="{FF2B5EF4-FFF2-40B4-BE49-F238E27FC236}">
                <a16:creationId xmlns:a16="http://schemas.microsoft.com/office/drawing/2014/main" id="{C8C75504-CFB5-E039-15E5-E6E4297A7A57}"/>
              </a:ext>
            </a:extLst>
          </p:cNvPr>
          <p:cNvGrpSpPr/>
          <p:nvPr/>
        </p:nvGrpSpPr>
        <p:grpSpPr>
          <a:xfrm rot="14400000" flipV="1">
            <a:off x="6234586" y="4360614"/>
            <a:ext cx="1213642" cy="132425"/>
            <a:chOff x="-1142229" y="2612280"/>
            <a:chExt cx="14736309" cy="1607934"/>
          </a:xfrm>
          <a:solidFill>
            <a:schemeClr val="bg1"/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7837088-F25A-3CDF-2DD7-97867C8B604C}"/>
                </a:ext>
              </a:extLst>
            </p:cNvPr>
            <p:cNvSpPr/>
            <p:nvPr/>
          </p:nvSpPr>
          <p:spPr>
            <a:xfrm>
              <a:off x="8565090" y="2612280"/>
              <a:ext cx="5028990" cy="120615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C86B315-E060-C68B-C2D6-C29B54A12C86}"/>
                </a:ext>
              </a:extLst>
            </p:cNvPr>
            <p:cNvSpPr/>
            <p:nvPr/>
          </p:nvSpPr>
          <p:spPr>
            <a:xfrm>
              <a:off x="-1142229" y="2615454"/>
              <a:ext cx="9464426" cy="1209033"/>
            </a:xfrm>
            <a:custGeom>
              <a:avLst/>
              <a:gdLst>
                <a:gd name="connsiteX0" fmla="*/ 1194119 w 9464426"/>
                <a:gd name="connsiteY0" fmla="*/ 0 h 1209033"/>
                <a:gd name="connsiteX1" fmla="*/ 3868740 w 9464426"/>
                <a:gd name="connsiteY1" fmla="*/ 1905 h 1209033"/>
                <a:gd name="connsiteX2" fmla="*/ 3878432 w 9464426"/>
                <a:gd name="connsiteY2" fmla="*/ 2882 h 1209033"/>
                <a:gd name="connsiteX3" fmla="*/ 9251818 w 9464426"/>
                <a:gd name="connsiteY3" fmla="*/ 2882 h 1209033"/>
                <a:gd name="connsiteX4" fmla="*/ 9464426 w 9464426"/>
                <a:gd name="connsiteY4" fmla="*/ 215490 h 1209033"/>
                <a:gd name="connsiteX5" fmla="*/ 9464426 w 9464426"/>
                <a:gd name="connsiteY5" fmla="*/ 996425 h 1209033"/>
                <a:gd name="connsiteX6" fmla="*/ 9251818 w 9464426"/>
                <a:gd name="connsiteY6" fmla="*/ 1209033 h 1209033"/>
                <a:gd name="connsiteX7" fmla="*/ 1640967 w 9464426"/>
                <a:gd name="connsiteY7" fmla="*/ 1209033 h 1209033"/>
                <a:gd name="connsiteX8" fmla="*/ 1631267 w 9464426"/>
                <a:gd name="connsiteY8" fmla="*/ 1208055 h 1209033"/>
                <a:gd name="connsiteX9" fmla="*/ 1196024 w 9464426"/>
                <a:gd name="connsiteY9" fmla="*/ 1208055 h 1209033"/>
                <a:gd name="connsiteX10" fmla="*/ 34783 w 9464426"/>
                <a:gd name="connsiteY10" fmla="*/ 656415 h 1209033"/>
                <a:gd name="connsiteX11" fmla="*/ 33618 w 9464426"/>
                <a:gd name="connsiteY11" fmla="*/ 653159 h 1209033"/>
                <a:gd name="connsiteX12" fmla="*/ 12999 w 9464426"/>
                <a:gd name="connsiteY12" fmla="*/ 644619 h 1209033"/>
                <a:gd name="connsiteX13" fmla="*/ 0 w 9464426"/>
                <a:gd name="connsiteY13" fmla="*/ 613236 h 1209033"/>
                <a:gd name="connsiteX14" fmla="*/ 12999 w 9464426"/>
                <a:gd name="connsiteY14" fmla="*/ 581853 h 1209033"/>
                <a:gd name="connsiteX15" fmla="*/ 31701 w 9464426"/>
                <a:gd name="connsiteY15" fmla="*/ 574107 h 1209033"/>
                <a:gd name="connsiteX16" fmla="*/ 32878 w 9464426"/>
                <a:gd name="connsiteY16" fmla="*/ 570691 h 1209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464426" h="1209033">
                  <a:moveTo>
                    <a:pt x="1194119" y="0"/>
                  </a:moveTo>
                  <a:lnTo>
                    <a:pt x="3868740" y="1905"/>
                  </a:lnTo>
                  <a:lnTo>
                    <a:pt x="3878432" y="2882"/>
                  </a:lnTo>
                  <a:lnTo>
                    <a:pt x="9251818" y="2882"/>
                  </a:lnTo>
                  <a:cubicBezTo>
                    <a:pt x="9369238" y="2882"/>
                    <a:pt x="9464426" y="98070"/>
                    <a:pt x="9464426" y="215490"/>
                  </a:cubicBezTo>
                  <a:lnTo>
                    <a:pt x="9464426" y="996425"/>
                  </a:lnTo>
                  <a:cubicBezTo>
                    <a:pt x="9464426" y="1113845"/>
                    <a:pt x="9369238" y="1209033"/>
                    <a:pt x="9251818" y="1209033"/>
                  </a:cubicBezTo>
                  <a:lnTo>
                    <a:pt x="1640967" y="1209033"/>
                  </a:lnTo>
                  <a:lnTo>
                    <a:pt x="1631267" y="1208055"/>
                  </a:lnTo>
                  <a:lnTo>
                    <a:pt x="1196024" y="1208055"/>
                  </a:lnTo>
                  <a:cubicBezTo>
                    <a:pt x="83809" y="680371"/>
                    <a:pt x="1141588" y="1185699"/>
                    <a:pt x="34783" y="656415"/>
                  </a:cubicBezTo>
                  <a:lnTo>
                    <a:pt x="33618" y="653159"/>
                  </a:lnTo>
                  <a:lnTo>
                    <a:pt x="12999" y="644619"/>
                  </a:lnTo>
                  <a:cubicBezTo>
                    <a:pt x="4968" y="636588"/>
                    <a:pt x="0" y="625492"/>
                    <a:pt x="0" y="613236"/>
                  </a:cubicBezTo>
                  <a:cubicBezTo>
                    <a:pt x="0" y="600980"/>
                    <a:pt x="4968" y="589885"/>
                    <a:pt x="12999" y="581853"/>
                  </a:cubicBezTo>
                  <a:lnTo>
                    <a:pt x="31701" y="574107"/>
                  </a:lnTo>
                  <a:lnTo>
                    <a:pt x="32878" y="57069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56AFB3-6F01-3BF1-E78E-C26A03FF406C}"/>
                </a:ext>
              </a:extLst>
            </p:cNvPr>
            <p:cNvSpPr/>
            <p:nvPr/>
          </p:nvSpPr>
          <p:spPr>
            <a:xfrm>
              <a:off x="12192000" y="3818432"/>
              <a:ext cx="731520" cy="1889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E552999-A71B-2C9B-4C9D-787AAF70CFB1}"/>
                </a:ext>
              </a:extLst>
            </p:cNvPr>
            <p:cNvSpPr/>
            <p:nvPr/>
          </p:nvSpPr>
          <p:spPr>
            <a:xfrm>
              <a:off x="8565090" y="3996540"/>
              <a:ext cx="5028990" cy="22367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69EE839-373E-B1FC-C31B-FE18F6F2D21C}"/>
                </a:ext>
              </a:extLst>
            </p:cNvPr>
            <p:cNvSpPr/>
            <p:nvPr/>
          </p:nvSpPr>
          <p:spPr>
            <a:xfrm>
              <a:off x="8429899" y="2612280"/>
              <a:ext cx="3175361" cy="1206151"/>
            </a:xfrm>
            <a:prstGeom prst="roundRect">
              <a:avLst>
                <a:gd name="adj" fmla="val 180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7B0892-15A0-6FFC-7A0E-C111EF5D8F68}"/>
              </a:ext>
            </a:extLst>
          </p:cNvPr>
          <p:cNvGrpSpPr/>
          <p:nvPr/>
        </p:nvGrpSpPr>
        <p:grpSpPr>
          <a:xfrm>
            <a:off x="4351373" y="1726529"/>
            <a:ext cx="2767990" cy="3234188"/>
            <a:chOff x="6139113" y="1341880"/>
            <a:chExt cx="3996223" cy="4669297"/>
          </a:xfrm>
          <a:solidFill>
            <a:schemeClr val="bg1"/>
          </a:solidFill>
        </p:grpSpPr>
        <p:sp>
          <p:nvSpPr>
            <p:cNvPr id="24" name="Oval r1">
              <a:extLst>
                <a:ext uri="{FF2B5EF4-FFF2-40B4-BE49-F238E27FC236}">
                  <a16:creationId xmlns:a16="http://schemas.microsoft.com/office/drawing/2014/main" id="{FFD3EAD7-CFF2-2C39-807C-77112C755530}"/>
                </a:ext>
              </a:extLst>
            </p:cNvPr>
            <p:cNvSpPr/>
            <p:nvPr/>
          </p:nvSpPr>
          <p:spPr>
            <a:xfrm rot="16200000" flipV="1">
              <a:off x="7689655" y="1341881"/>
              <a:ext cx="1550545" cy="155054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1">
              <a:extLst>
                <a:ext uri="{FF2B5EF4-FFF2-40B4-BE49-F238E27FC236}">
                  <a16:creationId xmlns:a16="http://schemas.microsoft.com/office/drawing/2014/main" id="{038DEBF5-8572-C020-7800-926B32B620D1}"/>
                </a:ext>
              </a:extLst>
            </p:cNvPr>
            <p:cNvSpPr/>
            <p:nvPr/>
          </p:nvSpPr>
          <p:spPr>
            <a:xfrm>
              <a:off x="6139113" y="1918036"/>
              <a:ext cx="1550544" cy="4070181"/>
            </a:xfrm>
            <a:custGeom>
              <a:avLst/>
              <a:gdLst>
                <a:gd name="connsiteX0" fmla="*/ 0 w 1547537"/>
                <a:gd name="connsiteY0" fmla="*/ 0 h 4062288"/>
                <a:gd name="connsiteX1" fmla="*/ 285279 w 1547537"/>
                <a:gd name="connsiteY1" fmla="*/ 0 h 4062288"/>
                <a:gd name="connsiteX2" fmla="*/ 285292 w 1547537"/>
                <a:gd name="connsiteY2" fmla="*/ 250 h 4062288"/>
                <a:gd name="connsiteX3" fmla="*/ 290164 w 1547537"/>
                <a:gd name="connsiteY3" fmla="*/ 4 h 4062288"/>
                <a:gd name="connsiteX4" fmla="*/ 1541046 w 1547537"/>
                <a:gd name="connsiteY4" fmla="*/ 1128819 h 4062288"/>
                <a:gd name="connsiteX5" fmla="*/ 1547537 w 1547537"/>
                <a:gd name="connsiteY5" fmla="*/ 1257358 h 4062288"/>
                <a:gd name="connsiteX6" fmla="*/ 1547537 w 1547537"/>
                <a:gd name="connsiteY6" fmla="*/ 4062288 h 4062288"/>
                <a:gd name="connsiteX7" fmla="*/ 0 w 1547537"/>
                <a:gd name="connsiteY7" fmla="*/ 4062288 h 406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7537" h="4062288">
                  <a:moveTo>
                    <a:pt x="0" y="0"/>
                  </a:moveTo>
                  <a:lnTo>
                    <a:pt x="285279" y="0"/>
                  </a:lnTo>
                  <a:lnTo>
                    <a:pt x="285292" y="250"/>
                  </a:lnTo>
                  <a:lnTo>
                    <a:pt x="290164" y="4"/>
                  </a:lnTo>
                  <a:cubicBezTo>
                    <a:pt x="941190" y="4"/>
                    <a:pt x="1476656" y="494780"/>
                    <a:pt x="1541046" y="1128819"/>
                  </a:cubicBezTo>
                  <a:lnTo>
                    <a:pt x="1547537" y="1257358"/>
                  </a:lnTo>
                  <a:lnTo>
                    <a:pt x="1547537" y="4062288"/>
                  </a:lnTo>
                  <a:lnTo>
                    <a:pt x="0" y="406228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r1-2">
              <a:extLst>
                <a:ext uri="{FF2B5EF4-FFF2-40B4-BE49-F238E27FC236}">
                  <a16:creationId xmlns:a16="http://schemas.microsoft.com/office/drawing/2014/main" id="{B57A5FD8-E190-C3D4-1565-76AF0E105F4C}"/>
                </a:ext>
              </a:extLst>
            </p:cNvPr>
            <p:cNvSpPr/>
            <p:nvPr/>
          </p:nvSpPr>
          <p:spPr>
            <a:xfrm rot="16200000" flipV="1">
              <a:off x="9217237" y="5093078"/>
              <a:ext cx="918100" cy="9180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r1">
              <a:extLst>
                <a:ext uri="{FF2B5EF4-FFF2-40B4-BE49-F238E27FC236}">
                  <a16:creationId xmlns:a16="http://schemas.microsoft.com/office/drawing/2014/main" id="{57D6EACE-4DC0-A613-98EA-13234BCB70B0}"/>
                </a:ext>
              </a:extLst>
            </p:cNvPr>
            <p:cNvSpPr/>
            <p:nvPr/>
          </p:nvSpPr>
          <p:spPr>
            <a:xfrm rot="16200000" flipV="1">
              <a:off x="9240198" y="5116039"/>
              <a:ext cx="872180" cy="8721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7132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en" hidden="1">
            <a:extLst>
              <a:ext uri="{FF2B5EF4-FFF2-40B4-BE49-F238E27FC236}">
                <a16:creationId xmlns:a16="http://schemas.microsoft.com/office/drawing/2014/main" id="{C8C75504-CFB5-E039-15E5-E6E4297A7A57}"/>
              </a:ext>
            </a:extLst>
          </p:cNvPr>
          <p:cNvGrpSpPr/>
          <p:nvPr/>
        </p:nvGrpSpPr>
        <p:grpSpPr>
          <a:xfrm rot="14400000" flipV="1">
            <a:off x="6234586" y="4360614"/>
            <a:ext cx="1213642" cy="132425"/>
            <a:chOff x="-1142229" y="2612280"/>
            <a:chExt cx="14736309" cy="1607934"/>
          </a:xfrm>
          <a:solidFill>
            <a:schemeClr val="bg1"/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7837088-F25A-3CDF-2DD7-97867C8B604C}"/>
                </a:ext>
              </a:extLst>
            </p:cNvPr>
            <p:cNvSpPr/>
            <p:nvPr/>
          </p:nvSpPr>
          <p:spPr>
            <a:xfrm>
              <a:off x="8565090" y="2612280"/>
              <a:ext cx="5028990" cy="120615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C86B315-E060-C68B-C2D6-C29B54A12C86}"/>
                </a:ext>
              </a:extLst>
            </p:cNvPr>
            <p:cNvSpPr/>
            <p:nvPr/>
          </p:nvSpPr>
          <p:spPr>
            <a:xfrm>
              <a:off x="-1142229" y="2615454"/>
              <a:ext cx="9464426" cy="1209033"/>
            </a:xfrm>
            <a:custGeom>
              <a:avLst/>
              <a:gdLst>
                <a:gd name="connsiteX0" fmla="*/ 1194119 w 9464426"/>
                <a:gd name="connsiteY0" fmla="*/ 0 h 1209033"/>
                <a:gd name="connsiteX1" fmla="*/ 3868740 w 9464426"/>
                <a:gd name="connsiteY1" fmla="*/ 1905 h 1209033"/>
                <a:gd name="connsiteX2" fmla="*/ 3878432 w 9464426"/>
                <a:gd name="connsiteY2" fmla="*/ 2882 h 1209033"/>
                <a:gd name="connsiteX3" fmla="*/ 9251818 w 9464426"/>
                <a:gd name="connsiteY3" fmla="*/ 2882 h 1209033"/>
                <a:gd name="connsiteX4" fmla="*/ 9464426 w 9464426"/>
                <a:gd name="connsiteY4" fmla="*/ 215490 h 1209033"/>
                <a:gd name="connsiteX5" fmla="*/ 9464426 w 9464426"/>
                <a:gd name="connsiteY5" fmla="*/ 996425 h 1209033"/>
                <a:gd name="connsiteX6" fmla="*/ 9251818 w 9464426"/>
                <a:gd name="connsiteY6" fmla="*/ 1209033 h 1209033"/>
                <a:gd name="connsiteX7" fmla="*/ 1640967 w 9464426"/>
                <a:gd name="connsiteY7" fmla="*/ 1209033 h 1209033"/>
                <a:gd name="connsiteX8" fmla="*/ 1631267 w 9464426"/>
                <a:gd name="connsiteY8" fmla="*/ 1208055 h 1209033"/>
                <a:gd name="connsiteX9" fmla="*/ 1196024 w 9464426"/>
                <a:gd name="connsiteY9" fmla="*/ 1208055 h 1209033"/>
                <a:gd name="connsiteX10" fmla="*/ 34783 w 9464426"/>
                <a:gd name="connsiteY10" fmla="*/ 656415 h 1209033"/>
                <a:gd name="connsiteX11" fmla="*/ 33618 w 9464426"/>
                <a:gd name="connsiteY11" fmla="*/ 653159 h 1209033"/>
                <a:gd name="connsiteX12" fmla="*/ 12999 w 9464426"/>
                <a:gd name="connsiteY12" fmla="*/ 644619 h 1209033"/>
                <a:gd name="connsiteX13" fmla="*/ 0 w 9464426"/>
                <a:gd name="connsiteY13" fmla="*/ 613236 h 1209033"/>
                <a:gd name="connsiteX14" fmla="*/ 12999 w 9464426"/>
                <a:gd name="connsiteY14" fmla="*/ 581853 h 1209033"/>
                <a:gd name="connsiteX15" fmla="*/ 31701 w 9464426"/>
                <a:gd name="connsiteY15" fmla="*/ 574107 h 1209033"/>
                <a:gd name="connsiteX16" fmla="*/ 32878 w 9464426"/>
                <a:gd name="connsiteY16" fmla="*/ 570691 h 1209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464426" h="1209033">
                  <a:moveTo>
                    <a:pt x="1194119" y="0"/>
                  </a:moveTo>
                  <a:lnTo>
                    <a:pt x="3868740" y="1905"/>
                  </a:lnTo>
                  <a:lnTo>
                    <a:pt x="3878432" y="2882"/>
                  </a:lnTo>
                  <a:lnTo>
                    <a:pt x="9251818" y="2882"/>
                  </a:lnTo>
                  <a:cubicBezTo>
                    <a:pt x="9369238" y="2882"/>
                    <a:pt x="9464426" y="98070"/>
                    <a:pt x="9464426" y="215490"/>
                  </a:cubicBezTo>
                  <a:lnTo>
                    <a:pt x="9464426" y="996425"/>
                  </a:lnTo>
                  <a:cubicBezTo>
                    <a:pt x="9464426" y="1113845"/>
                    <a:pt x="9369238" y="1209033"/>
                    <a:pt x="9251818" y="1209033"/>
                  </a:cubicBezTo>
                  <a:lnTo>
                    <a:pt x="1640967" y="1209033"/>
                  </a:lnTo>
                  <a:lnTo>
                    <a:pt x="1631267" y="1208055"/>
                  </a:lnTo>
                  <a:lnTo>
                    <a:pt x="1196024" y="1208055"/>
                  </a:lnTo>
                  <a:cubicBezTo>
                    <a:pt x="83809" y="680371"/>
                    <a:pt x="1141588" y="1185699"/>
                    <a:pt x="34783" y="656415"/>
                  </a:cubicBezTo>
                  <a:lnTo>
                    <a:pt x="33618" y="653159"/>
                  </a:lnTo>
                  <a:lnTo>
                    <a:pt x="12999" y="644619"/>
                  </a:lnTo>
                  <a:cubicBezTo>
                    <a:pt x="4968" y="636588"/>
                    <a:pt x="0" y="625492"/>
                    <a:pt x="0" y="613236"/>
                  </a:cubicBezTo>
                  <a:cubicBezTo>
                    <a:pt x="0" y="600980"/>
                    <a:pt x="4968" y="589885"/>
                    <a:pt x="12999" y="581853"/>
                  </a:cubicBezTo>
                  <a:lnTo>
                    <a:pt x="31701" y="574107"/>
                  </a:lnTo>
                  <a:lnTo>
                    <a:pt x="32878" y="57069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56AFB3-6F01-3BF1-E78E-C26A03FF406C}"/>
                </a:ext>
              </a:extLst>
            </p:cNvPr>
            <p:cNvSpPr/>
            <p:nvPr/>
          </p:nvSpPr>
          <p:spPr>
            <a:xfrm>
              <a:off x="12192000" y="3818432"/>
              <a:ext cx="731520" cy="1889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E552999-A71B-2C9B-4C9D-787AAF70CFB1}"/>
                </a:ext>
              </a:extLst>
            </p:cNvPr>
            <p:cNvSpPr/>
            <p:nvPr/>
          </p:nvSpPr>
          <p:spPr>
            <a:xfrm>
              <a:off x="8565090" y="3996540"/>
              <a:ext cx="5028990" cy="22367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69EE839-373E-B1FC-C31B-FE18F6F2D21C}"/>
                </a:ext>
              </a:extLst>
            </p:cNvPr>
            <p:cNvSpPr/>
            <p:nvPr/>
          </p:nvSpPr>
          <p:spPr>
            <a:xfrm>
              <a:off x="8429899" y="2612280"/>
              <a:ext cx="3175361" cy="1206151"/>
            </a:xfrm>
            <a:prstGeom prst="roundRect">
              <a:avLst>
                <a:gd name="adj" fmla="val 180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54391C-DCC7-F122-B05D-584DD18F88E6}"/>
              </a:ext>
            </a:extLst>
          </p:cNvPr>
          <p:cNvGrpSpPr/>
          <p:nvPr/>
        </p:nvGrpSpPr>
        <p:grpSpPr>
          <a:xfrm>
            <a:off x="-2167467" y="-1219200"/>
            <a:ext cx="16526934" cy="9296400"/>
            <a:chOff x="-2167467" y="-1219200"/>
            <a:chExt cx="16526934" cy="92964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9F7273D-F708-2FC7-E714-C9DB5F52B69B}"/>
                </a:ext>
              </a:extLst>
            </p:cNvPr>
            <p:cNvSpPr/>
            <p:nvPr/>
          </p:nvSpPr>
          <p:spPr>
            <a:xfrm>
              <a:off x="-2167467" y="-1219200"/>
              <a:ext cx="16526934" cy="92964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D9B50F5-E2AD-D88A-1644-8B299AF66160}"/>
                </a:ext>
              </a:extLst>
            </p:cNvPr>
            <p:cNvGrpSpPr/>
            <p:nvPr/>
          </p:nvGrpSpPr>
          <p:grpSpPr>
            <a:xfrm>
              <a:off x="2426597" y="2066290"/>
              <a:ext cx="7338805" cy="2725420"/>
              <a:chOff x="2095545" y="2066290"/>
              <a:chExt cx="7338805" cy="272542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8794660-3DE9-E514-5C45-935BCC74B628}"/>
                  </a:ext>
                </a:extLst>
              </p:cNvPr>
              <p:cNvGrpSpPr/>
              <p:nvPr/>
            </p:nvGrpSpPr>
            <p:grpSpPr>
              <a:xfrm>
                <a:off x="2095545" y="2066290"/>
                <a:ext cx="2260908" cy="2725420"/>
                <a:chOff x="3144212" y="221740"/>
                <a:chExt cx="5166411" cy="6227869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BEC2A542-DA47-9728-B35A-19201D602C60}"/>
                    </a:ext>
                  </a:extLst>
                </p:cNvPr>
                <p:cNvGrpSpPr/>
                <p:nvPr/>
              </p:nvGrpSpPr>
              <p:grpSpPr>
                <a:xfrm flipH="1">
                  <a:off x="3144212" y="221740"/>
                  <a:ext cx="5166411" cy="6227869"/>
                  <a:chOff x="2006191" y="1355912"/>
                  <a:chExt cx="3313224" cy="3964753"/>
                </a:xfrm>
              </p:grpSpPr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AD3B7FC9-37F8-78F6-D399-DC7168411A42}"/>
                      </a:ext>
                    </a:extLst>
                  </p:cNvPr>
                  <p:cNvSpPr/>
                  <p:nvPr/>
                </p:nvSpPr>
                <p:spPr>
                  <a:xfrm>
                    <a:off x="2006191" y="1355912"/>
                    <a:ext cx="3313224" cy="3964753"/>
                  </a:xfrm>
                  <a:custGeom>
                    <a:avLst/>
                    <a:gdLst>
                      <a:gd name="connsiteX0" fmla="*/ 190411 w 3313224"/>
                      <a:gd name="connsiteY0" fmla="*/ 0 h 3964753"/>
                      <a:gd name="connsiteX1" fmla="*/ 2536476 w 3313224"/>
                      <a:gd name="connsiteY1" fmla="*/ 0 h 3964753"/>
                      <a:gd name="connsiteX2" fmla="*/ 2536476 w 3313224"/>
                      <a:gd name="connsiteY2" fmla="*/ 586335 h 3964753"/>
                      <a:gd name="connsiteX3" fmla="*/ 2726887 w 3313224"/>
                      <a:gd name="connsiteY3" fmla="*/ 776746 h 3964753"/>
                      <a:gd name="connsiteX4" fmla="*/ 3313224 w 3313224"/>
                      <a:gd name="connsiteY4" fmla="*/ 776746 h 3964753"/>
                      <a:gd name="connsiteX5" fmla="*/ 3313224 w 3313224"/>
                      <a:gd name="connsiteY5" fmla="*/ 3774342 h 3964753"/>
                      <a:gd name="connsiteX6" fmla="*/ 3122813 w 3313224"/>
                      <a:gd name="connsiteY6" fmla="*/ 3964753 h 3964753"/>
                      <a:gd name="connsiteX7" fmla="*/ 190411 w 3313224"/>
                      <a:gd name="connsiteY7" fmla="*/ 3964753 h 3964753"/>
                      <a:gd name="connsiteX8" fmla="*/ 0 w 3313224"/>
                      <a:gd name="connsiteY8" fmla="*/ 3774342 h 3964753"/>
                      <a:gd name="connsiteX9" fmla="*/ 0 w 3313224"/>
                      <a:gd name="connsiteY9" fmla="*/ 190411 h 3964753"/>
                      <a:gd name="connsiteX10" fmla="*/ 190411 w 3313224"/>
                      <a:gd name="connsiteY10" fmla="*/ 0 h 3964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313224" h="3964753">
                        <a:moveTo>
                          <a:pt x="190411" y="0"/>
                        </a:moveTo>
                        <a:lnTo>
                          <a:pt x="2536476" y="0"/>
                        </a:lnTo>
                        <a:lnTo>
                          <a:pt x="2536476" y="586335"/>
                        </a:lnTo>
                        <a:cubicBezTo>
                          <a:pt x="2536476" y="691496"/>
                          <a:pt x="2621726" y="776746"/>
                          <a:pt x="2726887" y="776746"/>
                        </a:cubicBezTo>
                        <a:lnTo>
                          <a:pt x="3313224" y="776746"/>
                        </a:lnTo>
                        <a:lnTo>
                          <a:pt x="3313224" y="3774342"/>
                        </a:lnTo>
                        <a:cubicBezTo>
                          <a:pt x="3313224" y="3879503"/>
                          <a:pt x="3227974" y="3964753"/>
                          <a:pt x="3122813" y="3964753"/>
                        </a:cubicBezTo>
                        <a:lnTo>
                          <a:pt x="190411" y="3964753"/>
                        </a:lnTo>
                        <a:cubicBezTo>
                          <a:pt x="85250" y="3964753"/>
                          <a:pt x="0" y="3879503"/>
                          <a:pt x="0" y="3774342"/>
                        </a:cubicBezTo>
                        <a:lnTo>
                          <a:pt x="0" y="190411"/>
                        </a:lnTo>
                        <a:cubicBezTo>
                          <a:pt x="0" y="85250"/>
                          <a:pt x="85250" y="0"/>
                          <a:pt x="190411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4EEE298E-7D45-E517-AB75-F10049FE9E05}"/>
                      </a:ext>
                    </a:extLst>
                  </p:cNvPr>
                  <p:cNvSpPr/>
                  <p:nvPr/>
                </p:nvSpPr>
                <p:spPr>
                  <a:xfrm>
                    <a:off x="4657951" y="1362871"/>
                    <a:ext cx="654501" cy="654500"/>
                  </a:xfrm>
                  <a:custGeom>
                    <a:avLst/>
                    <a:gdLst>
                      <a:gd name="connsiteX0" fmla="*/ 0 w 654501"/>
                      <a:gd name="connsiteY0" fmla="*/ 0 h 654500"/>
                      <a:gd name="connsiteX1" fmla="*/ 654501 w 654501"/>
                      <a:gd name="connsiteY1" fmla="*/ 654500 h 654500"/>
                      <a:gd name="connsiteX2" fmla="*/ 129448 w 654501"/>
                      <a:gd name="connsiteY2" fmla="*/ 654500 h 654500"/>
                      <a:gd name="connsiteX3" fmla="*/ 0 w 654501"/>
                      <a:gd name="connsiteY3" fmla="*/ 525052 h 654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4501" h="654500">
                        <a:moveTo>
                          <a:pt x="0" y="0"/>
                        </a:moveTo>
                        <a:lnTo>
                          <a:pt x="654501" y="654500"/>
                        </a:lnTo>
                        <a:lnTo>
                          <a:pt x="129448" y="654500"/>
                        </a:lnTo>
                        <a:cubicBezTo>
                          <a:pt x="57956" y="654500"/>
                          <a:pt x="0" y="596544"/>
                          <a:pt x="0" y="525052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" name="pen">
                  <a:extLst>
                    <a:ext uri="{FF2B5EF4-FFF2-40B4-BE49-F238E27FC236}">
                      <a16:creationId xmlns:a16="http://schemas.microsoft.com/office/drawing/2014/main" id="{004B8F57-EE02-D735-4506-EB6F04105955}"/>
                    </a:ext>
                  </a:extLst>
                </p:cNvPr>
                <p:cNvGrpSpPr/>
                <p:nvPr/>
              </p:nvGrpSpPr>
              <p:grpSpPr>
                <a:xfrm rot="14400000" flipV="1">
                  <a:off x="6234586" y="4360614"/>
                  <a:ext cx="1213642" cy="132425"/>
                  <a:chOff x="-1142229" y="2612280"/>
                  <a:chExt cx="14736309" cy="1607934"/>
                </a:xfrm>
                <a:solidFill>
                  <a:schemeClr val="bg1"/>
                </a:solidFill>
              </p:grpSpPr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15A1DCBA-06F8-76DE-9949-D1A05C7EEF32}"/>
                      </a:ext>
                    </a:extLst>
                  </p:cNvPr>
                  <p:cNvSpPr/>
                  <p:nvPr/>
                </p:nvSpPr>
                <p:spPr>
                  <a:xfrm>
                    <a:off x="8565090" y="2612280"/>
                    <a:ext cx="5028990" cy="120615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84D5AE22-564A-AFF2-3E67-B75C0190D887}"/>
                      </a:ext>
                    </a:extLst>
                  </p:cNvPr>
                  <p:cNvSpPr/>
                  <p:nvPr/>
                </p:nvSpPr>
                <p:spPr>
                  <a:xfrm>
                    <a:off x="-1142229" y="2615454"/>
                    <a:ext cx="9464426" cy="1209033"/>
                  </a:xfrm>
                  <a:custGeom>
                    <a:avLst/>
                    <a:gdLst>
                      <a:gd name="connsiteX0" fmla="*/ 1194119 w 9464426"/>
                      <a:gd name="connsiteY0" fmla="*/ 0 h 1209033"/>
                      <a:gd name="connsiteX1" fmla="*/ 3868740 w 9464426"/>
                      <a:gd name="connsiteY1" fmla="*/ 1905 h 1209033"/>
                      <a:gd name="connsiteX2" fmla="*/ 3878432 w 9464426"/>
                      <a:gd name="connsiteY2" fmla="*/ 2882 h 1209033"/>
                      <a:gd name="connsiteX3" fmla="*/ 9251818 w 9464426"/>
                      <a:gd name="connsiteY3" fmla="*/ 2882 h 1209033"/>
                      <a:gd name="connsiteX4" fmla="*/ 9464426 w 9464426"/>
                      <a:gd name="connsiteY4" fmla="*/ 215490 h 1209033"/>
                      <a:gd name="connsiteX5" fmla="*/ 9464426 w 9464426"/>
                      <a:gd name="connsiteY5" fmla="*/ 996425 h 1209033"/>
                      <a:gd name="connsiteX6" fmla="*/ 9251818 w 9464426"/>
                      <a:gd name="connsiteY6" fmla="*/ 1209033 h 1209033"/>
                      <a:gd name="connsiteX7" fmla="*/ 1640967 w 9464426"/>
                      <a:gd name="connsiteY7" fmla="*/ 1209033 h 1209033"/>
                      <a:gd name="connsiteX8" fmla="*/ 1631267 w 9464426"/>
                      <a:gd name="connsiteY8" fmla="*/ 1208055 h 1209033"/>
                      <a:gd name="connsiteX9" fmla="*/ 1196024 w 9464426"/>
                      <a:gd name="connsiteY9" fmla="*/ 1208055 h 1209033"/>
                      <a:gd name="connsiteX10" fmla="*/ 34783 w 9464426"/>
                      <a:gd name="connsiteY10" fmla="*/ 656415 h 1209033"/>
                      <a:gd name="connsiteX11" fmla="*/ 33618 w 9464426"/>
                      <a:gd name="connsiteY11" fmla="*/ 653159 h 1209033"/>
                      <a:gd name="connsiteX12" fmla="*/ 12999 w 9464426"/>
                      <a:gd name="connsiteY12" fmla="*/ 644619 h 1209033"/>
                      <a:gd name="connsiteX13" fmla="*/ 0 w 9464426"/>
                      <a:gd name="connsiteY13" fmla="*/ 613236 h 1209033"/>
                      <a:gd name="connsiteX14" fmla="*/ 12999 w 9464426"/>
                      <a:gd name="connsiteY14" fmla="*/ 581853 h 1209033"/>
                      <a:gd name="connsiteX15" fmla="*/ 31701 w 9464426"/>
                      <a:gd name="connsiteY15" fmla="*/ 574107 h 1209033"/>
                      <a:gd name="connsiteX16" fmla="*/ 32878 w 9464426"/>
                      <a:gd name="connsiteY16" fmla="*/ 570691 h 12090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9464426" h="1209033">
                        <a:moveTo>
                          <a:pt x="1194119" y="0"/>
                        </a:moveTo>
                        <a:lnTo>
                          <a:pt x="3868740" y="1905"/>
                        </a:lnTo>
                        <a:lnTo>
                          <a:pt x="3878432" y="2882"/>
                        </a:lnTo>
                        <a:lnTo>
                          <a:pt x="9251818" y="2882"/>
                        </a:lnTo>
                        <a:cubicBezTo>
                          <a:pt x="9369238" y="2882"/>
                          <a:pt x="9464426" y="98070"/>
                          <a:pt x="9464426" y="215490"/>
                        </a:cubicBezTo>
                        <a:lnTo>
                          <a:pt x="9464426" y="996425"/>
                        </a:lnTo>
                        <a:cubicBezTo>
                          <a:pt x="9464426" y="1113845"/>
                          <a:pt x="9369238" y="1209033"/>
                          <a:pt x="9251818" y="1209033"/>
                        </a:cubicBezTo>
                        <a:lnTo>
                          <a:pt x="1640967" y="1209033"/>
                        </a:lnTo>
                        <a:lnTo>
                          <a:pt x="1631267" y="1208055"/>
                        </a:lnTo>
                        <a:lnTo>
                          <a:pt x="1196024" y="1208055"/>
                        </a:lnTo>
                        <a:cubicBezTo>
                          <a:pt x="83809" y="680371"/>
                          <a:pt x="1141588" y="1185699"/>
                          <a:pt x="34783" y="656415"/>
                        </a:cubicBezTo>
                        <a:lnTo>
                          <a:pt x="33618" y="653159"/>
                        </a:lnTo>
                        <a:lnTo>
                          <a:pt x="12999" y="644619"/>
                        </a:lnTo>
                        <a:cubicBezTo>
                          <a:pt x="4968" y="636588"/>
                          <a:pt x="0" y="625492"/>
                          <a:pt x="0" y="613236"/>
                        </a:cubicBezTo>
                        <a:cubicBezTo>
                          <a:pt x="0" y="600980"/>
                          <a:pt x="4968" y="589885"/>
                          <a:pt x="12999" y="581853"/>
                        </a:cubicBezTo>
                        <a:lnTo>
                          <a:pt x="31701" y="574107"/>
                        </a:lnTo>
                        <a:lnTo>
                          <a:pt x="32878" y="57069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C9A0B179-71B6-F637-8090-A59CEE2DDCC4}"/>
                      </a:ext>
                    </a:extLst>
                  </p:cNvPr>
                  <p:cNvSpPr/>
                  <p:nvPr/>
                </p:nvSpPr>
                <p:spPr>
                  <a:xfrm>
                    <a:off x="12192000" y="3818432"/>
                    <a:ext cx="731520" cy="18897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: Rounded Corners 22">
                    <a:extLst>
                      <a:ext uri="{FF2B5EF4-FFF2-40B4-BE49-F238E27FC236}">
                        <a16:creationId xmlns:a16="http://schemas.microsoft.com/office/drawing/2014/main" id="{91853B23-1AD9-8058-4CD8-E8AB29E23679}"/>
                      </a:ext>
                    </a:extLst>
                  </p:cNvPr>
                  <p:cNvSpPr/>
                  <p:nvPr/>
                </p:nvSpPr>
                <p:spPr>
                  <a:xfrm>
                    <a:off x="8565090" y="3996540"/>
                    <a:ext cx="5028990" cy="223674"/>
                  </a:xfrm>
                  <a:prstGeom prst="round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: Rounded Corners 25">
                    <a:extLst>
                      <a:ext uri="{FF2B5EF4-FFF2-40B4-BE49-F238E27FC236}">
                        <a16:creationId xmlns:a16="http://schemas.microsoft.com/office/drawing/2014/main" id="{611E2864-455B-AD58-4A1E-123D188D5037}"/>
                      </a:ext>
                    </a:extLst>
                  </p:cNvPr>
                  <p:cNvSpPr/>
                  <p:nvPr/>
                </p:nvSpPr>
                <p:spPr>
                  <a:xfrm>
                    <a:off x="8429899" y="2612280"/>
                    <a:ext cx="3175361" cy="1206151"/>
                  </a:xfrm>
                  <a:prstGeom prst="roundRect">
                    <a:avLst>
                      <a:gd name="adj" fmla="val 18057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BB570091-840F-D39D-1553-C08BB45C1FA8}"/>
                    </a:ext>
                  </a:extLst>
                </p:cNvPr>
                <p:cNvGrpSpPr/>
                <p:nvPr/>
              </p:nvGrpSpPr>
              <p:grpSpPr>
                <a:xfrm>
                  <a:off x="4351373" y="1726529"/>
                  <a:ext cx="2767990" cy="3234188"/>
                  <a:chOff x="6139113" y="1341880"/>
                  <a:chExt cx="3996223" cy="4669297"/>
                </a:xfrm>
                <a:solidFill>
                  <a:schemeClr val="bg1"/>
                </a:solidFill>
              </p:grpSpPr>
              <p:sp>
                <p:nvSpPr>
                  <p:cNvPr id="12" name="Oval r1">
                    <a:extLst>
                      <a:ext uri="{FF2B5EF4-FFF2-40B4-BE49-F238E27FC236}">
                        <a16:creationId xmlns:a16="http://schemas.microsoft.com/office/drawing/2014/main" id="{99F977C8-CCE4-46FA-3582-04BF68BEB59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7689655" y="1341881"/>
                    <a:ext cx="1550545" cy="155054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" name="r1">
                    <a:extLst>
                      <a:ext uri="{FF2B5EF4-FFF2-40B4-BE49-F238E27FC236}">
                        <a16:creationId xmlns:a16="http://schemas.microsoft.com/office/drawing/2014/main" id="{582B4EF8-8B04-D697-7116-B594DAAD7EB4}"/>
                      </a:ext>
                    </a:extLst>
                  </p:cNvPr>
                  <p:cNvSpPr/>
                  <p:nvPr/>
                </p:nvSpPr>
                <p:spPr>
                  <a:xfrm>
                    <a:off x="6139113" y="1918036"/>
                    <a:ext cx="1550544" cy="4070181"/>
                  </a:xfrm>
                  <a:custGeom>
                    <a:avLst/>
                    <a:gdLst>
                      <a:gd name="connsiteX0" fmla="*/ 0 w 1547537"/>
                      <a:gd name="connsiteY0" fmla="*/ 0 h 4062288"/>
                      <a:gd name="connsiteX1" fmla="*/ 285279 w 1547537"/>
                      <a:gd name="connsiteY1" fmla="*/ 0 h 4062288"/>
                      <a:gd name="connsiteX2" fmla="*/ 285292 w 1547537"/>
                      <a:gd name="connsiteY2" fmla="*/ 250 h 4062288"/>
                      <a:gd name="connsiteX3" fmla="*/ 290164 w 1547537"/>
                      <a:gd name="connsiteY3" fmla="*/ 4 h 4062288"/>
                      <a:gd name="connsiteX4" fmla="*/ 1541046 w 1547537"/>
                      <a:gd name="connsiteY4" fmla="*/ 1128819 h 4062288"/>
                      <a:gd name="connsiteX5" fmla="*/ 1547537 w 1547537"/>
                      <a:gd name="connsiteY5" fmla="*/ 1257358 h 4062288"/>
                      <a:gd name="connsiteX6" fmla="*/ 1547537 w 1547537"/>
                      <a:gd name="connsiteY6" fmla="*/ 4062288 h 4062288"/>
                      <a:gd name="connsiteX7" fmla="*/ 0 w 1547537"/>
                      <a:gd name="connsiteY7" fmla="*/ 4062288 h 4062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47537" h="4062288">
                        <a:moveTo>
                          <a:pt x="0" y="0"/>
                        </a:moveTo>
                        <a:lnTo>
                          <a:pt x="285279" y="0"/>
                        </a:lnTo>
                        <a:lnTo>
                          <a:pt x="285292" y="250"/>
                        </a:lnTo>
                        <a:lnTo>
                          <a:pt x="290164" y="4"/>
                        </a:lnTo>
                        <a:cubicBezTo>
                          <a:pt x="941190" y="4"/>
                          <a:pt x="1476656" y="494780"/>
                          <a:pt x="1541046" y="1128819"/>
                        </a:cubicBezTo>
                        <a:lnTo>
                          <a:pt x="1547537" y="1257358"/>
                        </a:lnTo>
                        <a:lnTo>
                          <a:pt x="1547537" y="4062288"/>
                        </a:lnTo>
                        <a:lnTo>
                          <a:pt x="0" y="4062288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" name="Oval r1-2">
                    <a:extLst>
                      <a:ext uri="{FF2B5EF4-FFF2-40B4-BE49-F238E27FC236}">
                        <a16:creationId xmlns:a16="http://schemas.microsoft.com/office/drawing/2014/main" id="{E5BDEA10-BDF7-5004-2CAE-6BA8C03F3D1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9217237" y="5093078"/>
                    <a:ext cx="918100" cy="91809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r1">
                    <a:extLst>
                      <a:ext uri="{FF2B5EF4-FFF2-40B4-BE49-F238E27FC236}">
                        <a16:creationId xmlns:a16="http://schemas.microsoft.com/office/drawing/2014/main" id="{EC6B9C50-7B8F-FDD9-2512-901C1175A259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9240198" y="5116039"/>
                    <a:ext cx="872180" cy="87217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794DED-3317-1A37-CEBB-922280739066}"/>
                  </a:ext>
                </a:extLst>
              </p:cNvPr>
              <p:cNvSpPr txBox="1"/>
              <p:nvPr/>
            </p:nvSpPr>
            <p:spPr>
              <a:xfrm>
                <a:off x="4415428" y="2782740"/>
                <a:ext cx="501892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0">
                    <a:solidFill>
                      <a:schemeClr val="bg1"/>
                    </a:solidFill>
                    <a:latin typeface="Exo 2 Black" pitchFamily="2" charset="0"/>
                  </a:rPr>
                  <a:t>Rmaker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D8D6CFC-925D-10E5-699B-FBA2DF1B5EA6}"/>
                  </a:ext>
                </a:extLst>
              </p:cNvPr>
              <p:cNvSpPr txBox="1"/>
              <p:nvPr/>
            </p:nvSpPr>
            <p:spPr>
              <a:xfrm>
                <a:off x="4474401" y="4258764"/>
                <a:ext cx="31055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solidFill>
                      <a:schemeClr val="bg1"/>
                    </a:solidFill>
                    <a:latin typeface="Exo 2" pitchFamily="2" charset="0"/>
                  </a:rPr>
                  <a:t>Resume builder for everyone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6358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A074352F-B373-0766-07DF-082707857E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60938" y="2751138"/>
            <a:ext cx="2270125" cy="13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8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6"/>
    </mc:Choice>
    <mc:Fallback xmlns="">
      <p:transition spd="slow" advTm="13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5</Words>
  <Application>Microsoft Office PowerPoint</Application>
  <PresentationFormat>Widescreen</PresentationFormat>
  <Paragraphs>2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Exo 2</vt:lpstr>
      <vt:lpstr>Exo 2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Huy Ngo</cp:lastModifiedBy>
  <cp:revision>13</cp:revision>
  <dcterms:created xsi:type="dcterms:W3CDTF">2023-09-14T08:59:31Z</dcterms:created>
  <dcterms:modified xsi:type="dcterms:W3CDTF">2024-03-06T09:57:54Z</dcterms:modified>
</cp:coreProperties>
</file>